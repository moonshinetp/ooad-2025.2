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D80974-B0EE-42C4-8C82-956813D929D5}">
  <a:tblStyle styleId="{98D80974-B0EE-42C4-8C82-956813D929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3179f71b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3179f71b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03179f7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03179f7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03179f71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03179f71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03179f71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03179f71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03179f71b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03179f71b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03179f71b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703179f71b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03179f71b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03179f71b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03179f71b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703179f71b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03179f71b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703179f71b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7106f234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7106f234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7106f2347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7106f2347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7106f2347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7106f2347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7106f2347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7106f2347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7106f23474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7106f23474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7106f23474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7106f23474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711cd6e2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711cd6e2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711cd6e2c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711cd6e2c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711cd6e2c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711cd6e2c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711cd6e2c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711cd6e2c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711cd6e2cb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711cd6e2c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711cd6e2c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711cd6e2c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711cd6e2c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711cd6e2c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711cd6e2cb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711cd6e2cb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711cd6e2cb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711cd6e2cb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711cd6e2c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711cd6e2c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711cd6e2cb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711cd6e2cb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711cd6e2cb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711cd6e2cb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711cd6e2cb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3711cd6e2cb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711cd6e2cb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711cd6e2cb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3711cd6e2cb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3711cd6e2cb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711cd6e2cb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3711cd6e2cb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711cd6e2cb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711cd6e2cb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711cd6e2cb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3711cd6e2cb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711cd6e2cb_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711cd6e2cb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711cd6e2cb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3711cd6e2cb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3711cd6e2cb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3711cd6e2cb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3711cd6e2cb_0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3711cd6e2cb_0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Tài liệu tham khảo Mô hình hóa Hệ Thống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Nguyễn Bá Ngọc và Sinh Viên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Sơ đồ ca sử dụng tổng quan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1906688" y="369675"/>
            <a:ext cx="5285700" cy="4147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233575" y="897250"/>
            <a:ext cx="2223600" cy="306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Lập báo cáo tài chính</a:t>
            </a:r>
            <a:endParaRPr sz="1100"/>
          </a:p>
        </p:txBody>
      </p:sp>
      <p:sp>
        <p:nvSpPr>
          <p:cNvPr id="67" name="Google Shape;67;p15"/>
          <p:cNvSpPr/>
          <p:nvPr/>
        </p:nvSpPr>
        <p:spPr>
          <a:xfrm>
            <a:off x="4804250" y="1204150"/>
            <a:ext cx="2283600" cy="436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Lập lịch làm việc nhân viên</a:t>
            </a:r>
            <a:endParaRPr sz="1100"/>
          </a:p>
        </p:txBody>
      </p:sp>
      <p:sp>
        <p:nvSpPr>
          <p:cNvPr id="68" name="Google Shape;68;p15"/>
          <p:cNvSpPr/>
          <p:nvPr/>
        </p:nvSpPr>
        <p:spPr>
          <a:xfrm>
            <a:off x="4864125" y="2539225"/>
            <a:ext cx="2223600" cy="306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Thanh toán giỏ hàng</a:t>
            </a:r>
            <a:endParaRPr sz="1100"/>
          </a:p>
        </p:txBody>
      </p:sp>
      <p:sp>
        <p:nvSpPr>
          <p:cNvPr id="69" name="Google Shape;69;p15"/>
          <p:cNvSpPr/>
          <p:nvPr/>
        </p:nvSpPr>
        <p:spPr>
          <a:xfrm>
            <a:off x="2226325" y="1301000"/>
            <a:ext cx="2048700" cy="306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Tính lương</a:t>
            </a:r>
            <a:endParaRPr sz="1100"/>
          </a:p>
        </p:txBody>
      </p:sp>
      <p:sp>
        <p:nvSpPr>
          <p:cNvPr id="70" name="Google Shape;70;p15"/>
          <p:cNvSpPr txBox="1"/>
          <p:nvPr/>
        </p:nvSpPr>
        <p:spPr>
          <a:xfrm>
            <a:off x="746350" y="1638825"/>
            <a:ext cx="829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Kế toán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394792" y="1377800"/>
            <a:ext cx="829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Quản lý nhân sự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375850" y="2836400"/>
            <a:ext cx="914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Nhân viên bán hàng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73" name="Google Shape;73;p15"/>
          <p:cNvCxnSpPr>
            <a:endCxn id="66" idx="2"/>
          </p:cNvCxnSpPr>
          <p:nvPr/>
        </p:nvCxnSpPr>
        <p:spPr>
          <a:xfrm flipH="1" rot="10800000">
            <a:off x="1483275" y="1050700"/>
            <a:ext cx="750300" cy="2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/>
          <p:cNvCxnSpPr>
            <a:endCxn id="69" idx="2"/>
          </p:cNvCxnSpPr>
          <p:nvPr/>
        </p:nvCxnSpPr>
        <p:spPr>
          <a:xfrm flipH="1" rot="10800000">
            <a:off x="1498225" y="1454450"/>
            <a:ext cx="728100" cy="7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5"/>
          <p:cNvCxnSpPr>
            <a:stCxn id="76" idx="1"/>
          </p:cNvCxnSpPr>
          <p:nvPr/>
        </p:nvCxnSpPr>
        <p:spPr>
          <a:xfrm flipH="1">
            <a:off x="6978475" y="1117025"/>
            <a:ext cx="568200" cy="1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/>
          <p:nvPr/>
        </p:nvCxnSpPr>
        <p:spPr>
          <a:xfrm rot="10800000">
            <a:off x="6911050" y="1551250"/>
            <a:ext cx="7038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/>
          <p:nvPr/>
        </p:nvSpPr>
        <p:spPr>
          <a:xfrm>
            <a:off x="4864125" y="1902250"/>
            <a:ext cx="2161200" cy="49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Kiểm soát hạn sử dụng sản phẩm</a:t>
            </a:r>
            <a:endParaRPr sz="1100"/>
          </a:p>
        </p:txBody>
      </p:sp>
      <p:sp>
        <p:nvSpPr>
          <p:cNvPr id="79" name="Google Shape;79;p15"/>
          <p:cNvSpPr txBox="1"/>
          <p:nvPr/>
        </p:nvSpPr>
        <p:spPr>
          <a:xfrm>
            <a:off x="7270300" y="4137825"/>
            <a:ext cx="1078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Khách hàng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80" name="Google Shape;80;p15"/>
          <p:cNvCxnSpPr>
            <a:endCxn id="68" idx="6"/>
          </p:cNvCxnSpPr>
          <p:nvPr/>
        </p:nvCxnSpPr>
        <p:spPr>
          <a:xfrm rot="10800000">
            <a:off x="7087725" y="2692675"/>
            <a:ext cx="512100" cy="6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5"/>
          <p:cNvCxnSpPr>
            <a:endCxn id="68" idx="4"/>
          </p:cNvCxnSpPr>
          <p:nvPr/>
        </p:nvCxnSpPr>
        <p:spPr>
          <a:xfrm rot="10800000">
            <a:off x="5975925" y="2846125"/>
            <a:ext cx="1638900" cy="8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endCxn id="78" idx="6"/>
          </p:cNvCxnSpPr>
          <p:nvPr/>
        </p:nvCxnSpPr>
        <p:spPr>
          <a:xfrm rot="10800000">
            <a:off x="7025325" y="2149450"/>
            <a:ext cx="574500" cy="45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5"/>
          <p:cNvSpPr/>
          <p:nvPr/>
        </p:nvSpPr>
        <p:spPr>
          <a:xfrm>
            <a:off x="2138875" y="2539225"/>
            <a:ext cx="2223600" cy="306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Nhập kho hàng mới</a:t>
            </a:r>
            <a:endParaRPr sz="1100"/>
          </a:p>
        </p:txBody>
      </p:sp>
      <p:sp>
        <p:nvSpPr>
          <p:cNvPr id="84" name="Google Shape;84;p15"/>
          <p:cNvSpPr/>
          <p:nvPr/>
        </p:nvSpPr>
        <p:spPr>
          <a:xfrm>
            <a:off x="2178950" y="3080950"/>
            <a:ext cx="2223600" cy="306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Kiểm soát tồn kho</a:t>
            </a:r>
            <a:endParaRPr sz="1100"/>
          </a:p>
        </p:txBody>
      </p:sp>
      <p:sp>
        <p:nvSpPr>
          <p:cNvPr id="85" name="Google Shape;85;p15"/>
          <p:cNvSpPr/>
          <p:nvPr/>
        </p:nvSpPr>
        <p:spPr>
          <a:xfrm>
            <a:off x="2178950" y="3622675"/>
            <a:ext cx="2223600" cy="306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Xuất kho</a:t>
            </a:r>
            <a:endParaRPr sz="1100"/>
          </a:p>
        </p:txBody>
      </p:sp>
      <p:sp>
        <p:nvSpPr>
          <p:cNvPr id="86" name="Google Shape;86;p15"/>
          <p:cNvSpPr txBox="1"/>
          <p:nvPr/>
        </p:nvSpPr>
        <p:spPr>
          <a:xfrm>
            <a:off x="596871" y="3375561"/>
            <a:ext cx="1155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Quản lý kho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87" name="Google Shape;87;p15"/>
          <p:cNvCxnSpPr>
            <a:endCxn id="83" idx="2"/>
          </p:cNvCxnSpPr>
          <p:nvPr/>
        </p:nvCxnSpPr>
        <p:spPr>
          <a:xfrm flipH="1" rot="10800000">
            <a:off x="1558075" y="2692675"/>
            <a:ext cx="580800" cy="3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5"/>
          <p:cNvCxnSpPr>
            <a:endCxn id="84" idx="2"/>
          </p:cNvCxnSpPr>
          <p:nvPr/>
        </p:nvCxnSpPr>
        <p:spPr>
          <a:xfrm>
            <a:off x="1572650" y="3220900"/>
            <a:ext cx="606300" cy="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5"/>
          <p:cNvCxnSpPr>
            <a:endCxn id="85" idx="2"/>
          </p:cNvCxnSpPr>
          <p:nvPr/>
        </p:nvCxnSpPr>
        <p:spPr>
          <a:xfrm>
            <a:off x="1535450" y="3355525"/>
            <a:ext cx="643500" cy="42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3880800" y="373975"/>
            <a:ext cx="13824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Vitamin A+ Mart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090275" y="99597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5"/>
          <p:cNvCxnSpPr>
            <a:stCxn id="91" idx="4"/>
          </p:cNvCxnSpPr>
          <p:nvPr/>
        </p:nvCxnSpPr>
        <p:spPr>
          <a:xfrm>
            <a:off x="1172625" y="116067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5"/>
          <p:cNvCxnSpPr/>
          <p:nvPr/>
        </p:nvCxnSpPr>
        <p:spPr>
          <a:xfrm>
            <a:off x="1172625" y="15200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5"/>
          <p:cNvCxnSpPr/>
          <p:nvPr/>
        </p:nvCxnSpPr>
        <p:spPr>
          <a:xfrm>
            <a:off x="1172625" y="12615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5"/>
          <p:cNvCxnSpPr/>
          <p:nvPr/>
        </p:nvCxnSpPr>
        <p:spPr>
          <a:xfrm flipH="1">
            <a:off x="1020225" y="15200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5"/>
          <p:cNvCxnSpPr/>
          <p:nvPr/>
        </p:nvCxnSpPr>
        <p:spPr>
          <a:xfrm flipH="1">
            <a:off x="1020225" y="12615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5"/>
          <p:cNvSpPr/>
          <p:nvPr/>
        </p:nvSpPr>
        <p:spPr>
          <a:xfrm>
            <a:off x="1135196" y="274857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5"/>
          <p:cNvCxnSpPr>
            <a:stCxn id="97" idx="4"/>
          </p:cNvCxnSpPr>
          <p:nvPr/>
        </p:nvCxnSpPr>
        <p:spPr>
          <a:xfrm>
            <a:off x="1217546" y="291327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/>
          <p:nvPr/>
        </p:nvCxnSpPr>
        <p:spPr>
          <a:xfrm>
            <a:off x="1217546" y="32726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1217546" y="30141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5"/>
          <p:cNvCxnSpPr/>
          <p:nvPr/>
        </p:nvCxnSpPr>
        <p:spPr>
          <a:xfrm flipH="1">
            <a:off x="1065146" y="32726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/>
          <p:nvPr/>
        </p:nvCxnSpPr>
        <p:spPr>
          <a:xfrm flipH="1">
            <a:off x="1065146" y="30141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/>
          <p:nvPr/>
        </p:nvSpPr>
        <p:spPr>
          <a:xfrm>
            <a:off x="7719675" y="76737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15"/>
          <p:cNvCxnSpPr>
            <a:stCxn id="103" idx="4"/>
          </p:cNvCxnSpPr>
          <p:nvPr/>
        </p:nvCxnSpPr>
        <p:spPr>
          <a:xfrm>
            <a:off x="7802025" y="93207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5"/>
          <p:cNvCxnSpPr/>
          <p:nvPr/>
        </p:nvCxnSpPr>
        <p:spPr>
          <a:xfrm>
            <a:off x="7802025" y="12914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7802025" y="10329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5"/>
          <p:cNvCxnSpPr/>
          <p:nvPr/>
        </p:nvCxnSpPr>
        <p:spPr>
          <a:xfrm flipH="1">
            <a:off x="7649625" y="12914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5"/>
          <p:cNvCxnSpPr/>
          <p:nvPr/>
        </p:nvCxnSpPr>
        <p:spPr>
          <a:xfrm flipH="1">
            <a:off x="7649625" y="10329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5"/>
          <p:cNvSpPr/>
          <p:nvPr/>
        </p:nvSpPr>
        <p:spPr>
          <a:xfrm>
            <a:off x="7747975" y="223012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15"/>
          <p:cNvCxnSpPr>
            <a:stCxn id="109" idx="4"/>
          </p:cNvCxnSpPr>
          <p:nvPr/>
        </p:nvCxnSpPr>
        <p:spPr>
          <a:xfrm>
            <a:off x="7830325" y="239482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7830325" y="275420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5"/>
          <p:cNvCxnSpPr/>
          <p:nvPr/>
        </p:nvCxnSpPr>
        <p:spPr>
          <a:xfrm>
            <a:off x="7830325" y="249565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5"/>
          <p:cNvCxnSpPr/>
          <p:nvPr/>
        </p:nvCxnSpPr>
        <p:spPr>
          <a:xfrm flipH="1">
            <a:off x="7677925" y="275420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5"/>
          <p:cNvCxnSpPr/>
          <p:nvPr/>
        </p:nvCxnSpPr>
        <p:spPr>
          <a:xfrm flipH="1">
            <a:off x="7677925" y="249565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5"/>
          <p:cNvSpPr/>
          <p:nvPr/>
        </p:nvSpPr>
        <p:spPr>
          <a:xfrm>
            <a:off x="7728400" y="348167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15"/>
          <p:cNvCxnSpPr>
            <a:stCxn id="115" idx="4"/>
          </p:cNvCxnSpPr>
          <p:nvPr/>
        </p:nvCxnSpPr>
        <p:spPr>
          <a:xfrm>
            <a:off x="7810750" y="364637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7810750" y="40057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7810750" y="37472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5"/>
          <p:cNvCxnSpPr/>
          <p:nvPr/>
        </p:nvCxnSpPr>
        <p:spPr>
          <a:xfrm flipH="1">
            <a:off x="7658350" y="40057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5"/>
          <p:cNvCxnSpPr/>
          <p:nvPr/>
        </p:nvCxnSpPr>
        <p:spPr>
          <a:xfrm flipH="1">
            <a:off x="7658350" y="37472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2178600" y="464405"/>
            <a:ext cx="4786800" cy="405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25323" y="2172175"/>
            <a:ext cx="979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503007" y="2771088"/>
            <a:ext cx="1002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2588650" y="966200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thực đơn</a:t>
            </a:r>
            <a:endParaRPr sz="1200"/>
          </a:p>
        </p:txBody>
      </p:sp>
      <p:sp>
        <p:nvSpPr>
          <p:cNvPr id="129" name="Google Shape;129;p16"/>
          <p:cNvSpPr/>
          <p:nvPr/>
        </p:nvSpPr>
        <p:spPr>
          <a:xfrm>
            <a:off x="2588650" y="1625275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Xử lý các đơn hàng</a:t>
            </a:r>
            <a:endParaRPr sz="1200"/>
          </a:p>
        </p:txBody>
      </p:sp>
      <p:sp>
        <p:nvSpPr>
          <p:cNvPr id="130" name="Google Shape;130;p16"/>
          <p:cNvSpPr/>
          <p:nvPr/>
        </p:nvSpPr>
        <p:spPr>
          <a:xfrm>
            <a:off x="2588650" y="2284350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bàn ăn</a:t>
            </a:r>
            <a:endParaRPr sz="1200"/>
          </a:p>
        </p:txBody>
      </p:sp>
      <p:sp>
        <p:nvSpPr>
          <p:cNvPr id="131" name="Google Shape;131;p16"/>
          <p:cNvSpPr/>
          <p:nvPr/>
        </p:nvSpPr>
        <p:spPr>
          <a:xfrm>
            <a:off x="2588650" y="2943425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nhân sự</a:t>
            </a:r>
            <a:endParaRPr sz="1200"/>
          </a:p>
        </p:txBody>
      </p:sp>
      <p:sp>
        <p:nvSpPr>
          <p:cNvPr id="132" name="Google Shape;132;p16"/>
          <p:cNvSpPr/>
          <p:nvPr/>
        </p:nvSpPr>
        <p:spPr>
          <a:xfrm>
            <a:off x="2588650" y="3602500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Theo dõi tài chính</a:t>
            </a:r>
            <a:endParaRPr sz="1200"/>
          </a:p>
        </p:txBody>
      </p:sp>
      <p:cxnSp>
        <p:nvCxnSpPr>
          <p:cNvPr id="133" name="Google Shape;133;p16"/>
          <p:cNvCxnSpPr>
            <a:endCxn id="128" idx="2"/>
          </p:cNvCxnSpPr>
          <p:nvPr/>
        </p:nvCxnSpPr>
        <p:spPr>
          <a:xfrm flipH="1" rot="10800000">
            <a:off x="1303450" y="1253600"/>
            <a:ext cx="1285200" cy="45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6"/>
          <p:cNvCxnSpPr>
            <a:stCxn id="135" idx="3"/>
            <a:endCxn id="129" idx="2"/>
          </p:cNvCxnSpPr>
          <p:nvPr/>
        </p:nvCxnSpPr>
        <p:spPr>
          <a:xfrm flipH="1" rot="10800000">
            <a:off x="1290850" y="1912675"/>
            <a:ext cx="1297800" cy="11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6"/>
          <p:cNvCxnSpPr>
            <a:endCxn id="130" idx="2"/>
          </p:cNvCxnSpPr>
          <p:nvPr/>
        </p:nvCxnSpPr>
        <p:spPr>
          <a:xfrm>
            <a:off x="1310950" y="2075550"/>
            <a:ext cx="1277700" cy="496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6"/>
          <p:cNvCxnSpPr>
            <a:stCxn id="138" idx="3"/>
            <a:endCxn id="131" idx="2"/>
          </p:cNvCxnSpPr>
          <p:nvPr/>
        </p:nvCxnSpPr>
        <p:spPr>
          <a:xfrm flipH="1" rot="10800000">
            <a:off x="1290850" y="3230825"/>
            <a:ext cx="1297800" cy="46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6"/>
          <p:cNvCxnSpPr>
            <a:endCxn id="132" idx="2"/>
          </p:cNvCxnSpPr>
          <p:nvPr/>
        </p:nvCxnSpPr>
        <p:spPr>
          <a:xfrm flipH="1" rot="10800000">
            <a:off x="1325650" y="3889900"/>
            <a:ext cx="1263000" cy="27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6"/>
          <p:cNvSpPr/>
          <p:nvPr/>
        </p:nvSpPr>
        <p:spPr>
          <a:xfrm>
            <a:off x="5456500" y="1569500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Gọi</a:t>
            </a:r>
            <a:r>
              <a:rPr lang="en-GB" sz="1200"/>
              <a:t> món</a:t>
            </a:r>
            <a:endParaRPr sz="1200"/>
          </a:p>
        </p:txBody>
      </p:sp>
      <p:cxnSp>
        <p:nvCxnSpPr>
          <p:cNvPr id="141" name="Google Shape;141;p16"/>
          <p:cNvCxnSpPr>
            <a:stCxn id="140" idx="6"/>
            <a:endCxn id="142" idx="1"/>
          </p:cNvCxnSpPr>
          <p:nvPr/>
        </p:nvCxnSpPr>
        <p:spPr>
          <a:xfrm>
            <a:off x="6715000" y="1856900"/>
            <a:ext cx="1002300" cy="521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6"/>
          <p:cNvSpPr/>
          <p:nvPr/>
        </p:nvSpPr>
        <p:spPr>
          <a:xfrm>
            <a:off x="5456500" y="2887650"/>
            <a:ext cx="1258500" cy="574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Thanh toán</a:t>
            </a:r>
            <a:endParaRPr sz="1200"/>
          </a:p>
        </p:txBody>
      </p:sp>
      <p:sp>
        <p:nvSpPr>
          <p:cNvPr id="144" name="Google Shape;144;p16"/>
          <p:cNvSpPr txBox="1"/>
          <p:nvPr/>
        </p:nvSpPr>
        <p:spPr>
          <a:xfrm>
            <a:off x="441654" y="4111699"/>
            <a:ext cx="1155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Người quản lý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307225" y="469231"/>
            <a:ext cx="30846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Hệ thống quản lý nhà hàng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46" name="Google Shape;146;p16"/>
          <p:cNvGrpSpPr/>
          <p:nvPr/>
        </p:nvGrpSpPr>
        <p:grpSpPr>
          <a:xfrm>
            <a:off x="867825" y="1453175"/>
            <a:ext cx="302100" cy="673775"/>
            <a:chOff x="867825" y="1453175"/>
            <a:chExt cx="302100" cy="673775"/>
          </a:xfrm>
        </p:grpSpPr>
        <p:sp>
          <p:nvSpPr>
            <p:cNvPr id="147" name="Google Shape;147;p16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" name="Google Shape;148;p16"/>
            <p:cNvCxnSpPr>
              <a:stCxn id="147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16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6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6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6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3" name="Google Shape;153;p16"/>
          <p:cNvSpPr/>
          <p:nvPr/>
        </p:nvSpPr>
        <p:spPr>
          <a:xfrm>
            <a:off x="937875" y="343437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16"/>
          <p:cNvCxnSpPr>
            <a:stCxn id="153" idx="4"/>
          </p:cNvCxnSpPr>
          <p:nvPr/>
        </p:nvCxnSpPr>
        <p:spPr>
          <a:xfrm>
            <a:off x="1020225" y="359907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6"/>
          <p:cNvCxnSpPr/>
          <p:nvPr/>
        </p:nvCxnSpPr>
        <p:spPr>
          <a:xfrm>
            <a:off x="1020225" y="39584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6"/>
          <p:cNvCxnSpPr/>
          <p:nvPr/>
        </p:nvCxnSpPr>
        <p:spPr>
          <a:xfrm>
            <a:off x="1020225" y="36999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6"/>
          <p:cNvCxnSpPr/>
          <p:nvPr/>
        </p:nvCxnSpPr>
        <p:spPr>
          <a:xfrm flipH="1">
            <a:off x="867825" y="395845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6"/>
          <p:cNvCxnSpPr/>
          <p:nvPr/>
        </p:nvCxnSpPr>
        <p:spPr>
          <a:xfrm flipH="1">
            <a:off x="867825" y="36999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6"/>
          <p:cNvSpPr/>
          <p:nvPr/>
        </p:nvSpPr>
        <p:spPr>
          <a:xfrm>
            <a:off x="7919650" y="2041825"/>
            <a:ext cx="164700" cy="16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16"/>
          <p:cNvCxnSpPr>
            <a:stCxn id="159" idx="4"/>
          </p:cNvCxnSpPr>
          <p:nvPr/>
        </p:nvCxnSpPr>
        <p:spPr>
          <a:xfrm>
            <a:off x="8002000" y="2206525"/>
            <a:ext cx="0" cy="3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6"/>
          <p:cNvCxnSpPr/>
          <p:nvPr/>
        </p:nvCxnSpPr>
        <p:spPr>
          <a:xfrm>
            <a:off x="8002000" y="256590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6"/>
          <p:cNvCxnSpPr/>
          <p:nvPr/>
        </p:nvCxnSpPr>
        <p:spPr>
          <a:xfrm>
            <a:off x="8002000" y="230735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6"/>
          <p:cNvCxnSpPr/>
          <p:nvPr/>
        </p:nvCxnSpPr>
        <p:spPr>
          <a:xfrm flipH="1">
            <a:off x="7849600" y="2565900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6"/>
          <p:cNvCxnSpPr/>
          <p:nvPr/>
        </p:nvCxnSpPr>
        <p:spPr>
          <a:xfrm flipH="1">
            <a:off x="7849600" y="230735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6"/>
          <p:cNvCxnSpPr>
            <a:stCxn id="143" idx="6"/>
          </p:cNvCxnSpPr>
          <p:nvPr/>
        </p:nvCxnSpPr>
        <p:spPr>
          <a:xfrm flipH="1" rot="10800000">
            <a:off x="6715000" y="2629350"/>
            <a:ext cx="914700" cy="5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2518285" y="292750"/>
            <a:ext cx="4299645" cy="3990525"/>
          </a:xfrm>
          <a:prstGeom prst="flowChartProcess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298280" y="1838001"/>
            <a:ext cx="919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7146375" y="1718038"/>
            <a:ext cx="1197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Người q</a:t>
            </a:r>
            <a:r>
              <a:rPr lang="en-GB" sz="1200">
                <a:solidFill>
                  <a:srgbClr val="595959"/>
                </a:solidFill>
              </a:rPr>
              <a:t>uản lý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1188328" y="3659996"/>
            <a:ext cx="1054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7146375" y="3017388"/>
            <a:ext cx="1147200" cy="65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&lt;&lt;tác nhân&gt;&gt;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Hệ thống thanh toán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098774" y="2462877"/>
            <a:ext cx="1147200" cy="440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Cho t</a:t>
            </a:r>
            <a:r>
              <a:rPr lang="en-GB" sz="1200"/>
              <a:t>huê sân</a:t>
            </a:r>
            <a:endParaRPr sz="1200"/>
          </a:p>
        </p:txBody>
      </p:sp>
      <p:sp>
        <p:nvSpPr>
          <p:cNvPr id="176" name="Google Shape;176;p17"/>
          <p:cNvSpPr/>
          <p:nvPr/>
        </p:nvSpPr>
        <p:spPr>
          <a:xfrm>
            <a:off x="4691650" y="3116627"/>
            <a:ext cx="1111500" cy="440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Thanh toán</a:t>
            </a:r>
            <a:endParaRPr sz="1200"/>
          </a:p>
        </p:txBody>
      </p:sp>
      <p:sp>
        <p:nvSpPr>
          <p:cNvPr id="177" name="Google Shape;177;p17"/>
          <p:cNvSpPr/>
          <p:nvPr/>
        </p:nvSpPr>
        <p:spPr>
          <a:xfrm>
            <a:off x="5072450" y="1387525"/>
            <a:ext cx="1290300" cy="386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Trả lương</a:t>
            </a:r>
            <a:endParaRPr sz="1200"/>
          </a:p>
        </p:txBody>
      </p:sp>
      <p:sp>
        <p:nvSpPr>
          <p:cNvPr id="178" name="Google Shape;178;p17"/>
          <p:cNvSpPr/>
          <p:nvPr/>
        </p:nvSpPr>
        <p:spPr>
          <a:xfrm>
            <a:off x="5059551" y="874504"/>
            <a:ext cx="1290300" cy="386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Giao việc</a:t>
            </a:r>
            <a:endParaRPr sz="1200"/>
          </a:p>
        </p:txBody>
      </p:sp>
      <p:sp>
        <p:nvSpPr>
          <p:cNvPr id="179" name="Google Shape;179;p17"/>
          <p:cNvSpPr/>
          <p:nvPr/>
        </p:nvSpPr>
        <p:spPr>
          <a:xfrm>
            <a:off x="3098775" y="1456975"/>
            <a:ext cx="1147200" cy="318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Bán vé</a:t>
            </a:r>
            <a:endParaRPr sz="1200"/>
          </a:p>
        </p:txBody>
      </p:sp>
      <p:sp>
        <p:nvSpPr>
          <p:cNvPr id="180" name="Google Shape;180;p17"/>
          <p:cNvSpPr/>
          <p:nvPr/>
        </p:nvSpPr>
        <p:spPr>
          <a:xfrm>
            <a:off x="3098775" y="1967203"/>
            <a:ext cx="1147200" cy="386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tài sản</a:t>
            </a:r>
            <a:endParaRPr sz="1200"/>
          </a:p>
        </p:txBody>
      </p:sp>
      <p:sp>
        <p:nvSpPr>
          <p:cNvPr id="181" name="Google Shape;181;p17"/>
          <p:cNvSpPr txBox="1"/>
          <p:nvPr/>
        </p:nvSpPr>
        <p:spPr>
          <a:xfrm>
            <a:off x="4222813" y="2695329"/>
            <a:ext cx="11115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&lt;&lt;</a:t>
            </a:r>
            <a:r>
              <a:rPr lang="en-GB" sz="1200">
                <a:solidFill>
                  <a:srgbClr val="595959"/>
                </a:solidFill>
              </a:rPr>
              <a:t>include&gt;&gt;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518285" y="368950"/>
            <a:ext cx="4299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Hệ thống quản lý sân vận động</a:t>
            </a:r>
            <a:endParaRPr/>
          </a:p>
        </p:txBody>
      </p:sp>
      <p:grpSp>
        <p:nvGrpSpPr>
          <p:cNvPr id="183" name="Google Shape;183;p17"/>
          <p:cNvGrpSpPr/>
          <p:nvPr/>
        </p:nvGrpSpPr>
        <p:grpSpPr>
          <a:xfrm>
            <a:off x="1571125" y="1205948"/>
            <a:ext cx="378243" cy="656268"/>
            <a:chOff x="905900" y="1090525"/>
            <a:chExt cx="805800" cy="1565525"/>
          </a:xfrm>
        </p:grpSpPr>
        <p:sp>
          <p:nvSpPr>
            <p:cNvPr id="184" name="Google Shape;184;p17"/>
            <p:cNvSpPr/>
            <p:nvPr/>
          </p:nvSpPr>
          <p:spPr>
            <a:xfrm>
              <a:off x="1060550" y="1090525"/>
              <a:ext cx="496500" cy="496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5" name="Google Shape;185;p17"/>
            <p:cNvCxnSpPr>
              <a:stCxn id="184" idx="4"/>
            </p:cNvCxnSpPr>
            <p:nvPr/>
          </p:nvCxnSpPr>
          <p:spPr>
            <a:xfrm>
              <a:off x="1308800" y="1587025"/>
              <a:ext cx="14100" cy="534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7"/>
            <p:cNvCxnSpPr/>
            <p:nvPr/>
          </p:nvCxnSpPr>
          <p:spPr>
            <a:xfrm flipH="1">
              <a:off x="1023175" y="2121100"/>
              <a:ext cx="299700" cy="384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17"/>
            <p:cNvCxnSpPr/>
            <p:nvPr/>
          </p:nvCxnSpPr>
          <p:spPr>
            <a:xfrm>
              <a:off x="1322875" y="2121100"/>
              <a:ext cx="281100" cy="374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17"/>
            <p:cNvCxnSpPr/>
            <p:nvPr/>
          </p:nvCxnSpPr>
          <p:spPr>
            <a:xfrm rot="10800000">
              <a:off x="910625" y="1633800"/>
              <a:ext cx="402900" cy="187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17"/>
            <p:cNvCxnSpPr/>
            <p:nvPr/>
          </p:nvCxnSpPr>
          <p:spPr>
            <a:xfrm flipH="1" rot="10800000">
              <a:off x="1313525" y="1643325"/>
              <a:ext cx="356100" cy="16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0" name="Google Shape;190;p17"/>
            <p:cNvSpPr txBox="1"/>
            <p:nvPr/>
          </p:nvSpPr>
          <p:spPr>
            <a:xfrm>
              <a:off x="905900" y="2487450"/>
              <a:ext cx="805800" cy="1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rgbClr val="000000"/>
                </a:solidFill>
              </a:endParaRPr>
            </a:p>
          </p:txBody>
        </p:sp>
      </p:grpSp>
      <p:grpSp>
        <p:nvGrpSpPr>
          <p:cNvPr id="191" name="Google Shape;191;p17"/>
          <p:cNvGrpSpPr/>
          <p:nvPr/>
        </p:nvGrpSpPr>
        <p:grpSpPr>
          <a:xfrm>
            <a:off x="1535164" y="2994962"/>
            <a:ext cx="356275" cy="592990"/>
            <a:chOff x="910625" y="1090525"/>
            <a:chExt cx="759000" cy="1414575"/>
          </a:xfrm>
        </p:grpSpPr>
        <p:sp>
          <p:nvSpPr>
            <p:cNvPr id="192" name="Google Shape;192;p17"/>
            <p:cNvSpPr/>
            <p:nvPr/>
          </p:nvSpPr>
          <p:spPr>
            <a:xfrm>
              <a:off x="1060550" y="1090525"/>
              <a:ext cx="496500" cy="496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" name="Google Shape;193;p17"/>
            <p:cNvCxnSpPr>
              <a:stCxn id="192" idx="4"/>
            </p:cNvCxnSpPr>
            <p:nvPr/>
          </p:nvCxnSpPr>
          <p:spPr>
            <a:xfrm>
              <a:off x="1308800" y="1587025"/>
              <a:ext cx="14100" cy="534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17"/>
            <p:cNvCxnSpPr/>
            <p:nvPr/>
          </p:nvCxnSpPr>
          <p:spPr>
            <a:xfrm flipH="1">
              <a:off x="1023175" y="2121100"/>
              <a:ext cx="299700" cy="384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17"/>
            <p:cNvCxnSpPr/>
            <p:nvPr/>
          </p:nvCxnSpPr>
          <p:spPr>
            <a:xfrm>
              <a:off x="1322875" y="2121100"/>
              <a:ext cx="281100" cy="374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17"/>
            <p:cNvCxnSpPr/>
            <p:nvPr/>
          </p:nvCxnSpPr>
          <p:spPr>
            <a:xfrm rot="10800000">
              <a:off x="910625" y="1633800"/>
              <a:ext cx="402900" cy="187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17"/>
            <p:cNvCxnSpPr/>
            <p:nvPr/>
          </p:nvCxnSpPr>
          <p:spPr>
            <a:xfrm flipH="1" rot="10800000">
              <a:off x="1313525" y="1643325"/>
              <a:ext cx="356100" cy="16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8" name="Google Shape;198;p17"/>
          <p:cNvGrpSpPr/>
          <p:nvPr/>
        </p:nvGrpSpPr>
        <p:grpSpPr>
          <a:xfrm>
            <a:off x="7487054" y="1088082"/>
            <a:ext cx="356275" cy="592990"/>
            <a:chOff x="910625" y="1090525"/>
            <a:chExt cx="759000" cy="1414575"/>
          </a:xfrm>
        </p:grpSpPr>
        <p:sp>
          <p:nvSpPr>
            <p:cNvPr id="199" name="Google Shape;199;p17"/>
            <p:cNvSpPr/>
            <p:nvPr/>
          </p:nvSpPr>
          <p:spPr>
            <a:xfrm>
              <a:off x="1060550" y="1090525"/>
              <a:ext cx="496500" cy="496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17"/>
            <p:cNvCxnSpPr>
              <a:stCxn id="199" idx="4"/>
            </p:cNvCxnSpPr>
            <p:nvPr/>
          </p:nvCxnSpPr>
          <p:spPr>
            <a:xfrm>
              <a:off x="1308800" y="1587025"/>
              <a:ext cx="14100" cy="534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17"/>
            <p:cNvCxnSpPr/>
            <p:nvPr/>
          </p:nvCxnSpPr>
          <p:spPr>
            <a:xfrm flipH="1">
              <a:off x="1023175" y="2121100"/>
              <a:ext cx="299700" cy="384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17"/>
            <p:cNvCxnSpPr/>
            <p:nvPr/>
          </p:nvCxnSpPr>
          <p:spPr>
            <a:xfrm>
              <a:off x="1322875" y="2121100"/>
              <a:ext cx="281100" cy="374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17"/>
            <p:cNvCxnSpPr/>
            <p:nvPr/>
          </p:nvCxnSpPr>
          <p:spPr>
            <a:xfrm rot="10800000">
              <a:off x="910625" y="1633800"/>
              <a:ext cx="402900" cy="187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17"/>
            <p:cNvCxnSpPr/>
            <p:nvPr/>
          </p:nvCxnSpPr>
          <p:spPr>
            <a:xfrm flipH="1" rot="10800000">
              <a:off x="1313525" y="1643325"/>
              <a:ext cx="356100" cy="16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5" name="Google Shape;205;p17"/>
          <p:cNvCxnSpPr>
            <a:stCxn id="179" idx="2"/>
          </p:cNvCxnSpPr>
          <p:nvPr/>
        </p:nvCxnSpPr>
        <p:spPr>
          <a:xfrm rot="10800000">
            <a:off x="2115375" y="1592275"/>
            <a:ext cx="983400" cy="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7"/>
          <p:cNvCxnSpPr>
            <a:stCxn id="180" idx="2"/>
          </p:cNvCxnSpPr>
          <p:nvPr/>
        </p:nvCxnSpPr>
        <p:spPr>
          <a:xfrm rot="10800000">
            <a:off x="2097375" y="1716553"/>
            <a:ext cx="1001400" cy="4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7"/>
          <p:cNvCxnSpPr>
            <a:stCxn id="175" idx="1"/>
          </p:cNvCxnSpPr>
          <p:nvPr/>
        </p:nvCxnSpPr>
        <p:spPr>
          <a:xfrm rot="10800000">
            <a:off x="2106378" y="1814316"/>
            <a:ext cx="1160400" cy="7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7"/>
          <p:cNvCxnSpPr>
            <a:stCxn id="178" idx="6"/>
          </p:cNvCxnSpPr>
          <p:nvPr/>
        </p:nvCxnSpPr>
        <p:spPr>
          <a:xfrm>
            <a:off x="6349851" y="1067554"/>
            <a:ext cx="1047600" cy="3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7"/>
          <p:cNvCxnSpPr>
            <a:stCxn id="177" idx="6"/>
          </p:cNvCxnSpPr>
          <p:nvPr/>
        </p:nvCxnSpPr>
        <p:spPr>
          <a:xfrm flipH="1" rot="10800000">
            <a:off x="6362750" y="1521475"/>
            <a:ext cx="990300" cy="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7"/>
          <p:cNvCxnSpPr>
            <a:stCxn id="176" idx="6"/>
            <a:endCxn id="174" idx="1"/>
          </p:cNvCxnSpPr>
          <p:nvPr/>
        </p:nvCxnSpPr>
        <p:spPr>
          <a:xfrm>
            <a:off x="5803150" y="3336977"/>
            <a:ext cx="13431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7"/>
          <p:cNvCxnSpPr>
            <a:stCxn id="175" idx="5"/>
            <a:endCxn id="176" idx="1"/>
          </p:cNvCxnSpPr>
          <p:nvPr/>
        </p:nvCxnSpPr>
        <p:spPr>
          <a:xfrm>
            <a:off x="4077971" y="2839038"/>
            <a:ext cx="77640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2" name="Google Shape;212;p17"/>
          <p:cNvCxnSpPr>
            <a:stCxn id="175" idx="3"/>
          </p:cNvCxnSpPr>
          <p:nvPr/>
        </p:nvCxnSpPr>
        <p:spPr>
          <a:xfrm flipH="1">
            <a:off x="1919778" y="2839038"/>
            <a:ext cx="1347000" cy="5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2778675" y="210950"/>
            <a:ext cx="3439200" cy="438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3101325" y="856750"/>
            <a:ext cx="1076700" cy="685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Tạo đơn hàng</a:t>
            </a:r>
            <a:endParaRPr sz="1200"/>
          </a:p>
        </p:txBody>
      </p:sp>
      <p:sp>
        <p:nvSpPr>
          <p:cNvPr id="219" name="Google Shape;219;p18"/>
          <p:cNvSpPr/>
          <p:nvPr/>
        </p:nvSpPr>
        <p:spPr>
          <a:xfrm>
            <a:off x="4674125" y="856750"/>
            <a:ext cx="1076700" cy="685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595959"/>
                </a:solidFill>
              </a:rPr>
              <a:t>Thống kê doanh số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125663" y="2543375"/>
            <a:ext cx="1076700" cy="685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595959"/>
                </a:solidFill>
              </a:rPr>
              <a:t>Quản lý kho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4800738" y="2543375"/>
            <a:ext cx="1076700" cy="685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595959"/>
                </a:solidFill>
              </a:rPr>
              <a:t>Xử lý đơn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943475" y="3518075"/>
            <a:ext cx="1218000" cy="685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Quản lý khuyến mãi</a:t>
            </a:r>
            <a:endParaRPr sz="1200"/>
          </a:p>
        </p:txBody>
      </p:sp>
      <p:cxnSp>
        <p:nvCxnSpPr>
          <p:cNvPr id="223" name="Google Shape;223;p18"/>
          <p:cNvCxnSpPr>
            <a:endCxn id="218" idx="2"/>
          </p:cNvCxnSpPr>
          <p:nvPr/>
        </p:nvCxnSpPr>
        <p:spPr>
          <a:xfrm flipH="1" rot="10800000">
            <a:off x="2394225" y="1199350"/>
            <a:ext cx="707100" cy="180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18"/>
          <p:cNvCxnSpPr>
            <a:endCxn id="220" idx="2"/>
          </p:cNvCxnSpPr>
          <p:nvPr/>
        </p:nvCxnSpPr>
        <p:spPr>
          <a:xfrm flipH="1" rot="10800000">
            <a:off x="2480963" y="2885975"/>
            <a:ext cx="644700" cy="266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8"/>
          <p:cNvCxnSpPr>
            <a:stCxn id="219" idx="6"/>
          </p:cNvCxnSpPr>
          <p:nvPr/>
        </p:nvCxnSpPr>
        <p:spPr>
          <a:xfrm>
            <a:off x="5750825" y="1199350"/>
            <a:ext cx="939000" cy="15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8"/>
          <p:cNvCxnSpPr>
            <a:stCxn id="221" idx="6"/>
          </p:cNvCxnSpPr>
          <p:nvPr/>
        </p:nvCxnSpPr>
        <p:spPr>
          <a:xfrm>
            <a:off x="5877438" y="2885975"/>
            <a:ext cx="714600" cy="24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18"/>
          <p:cNvSpPr txBox="1"/>
          <p:nvPr/>
        </p:nvSpPr>
        <p:spPr>
          <a:xfrm>
            <a:off x="2778725" y="210950"/>
            <a:ext cx="34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595959"/>
                </a:solidFill>
              </a:rPr>
              <a:t>Hệ thống </a:t>
            </a:r>
            <a:r>
              <a:rPr b="1" lang="en-GB" sz="1200">
                <a:solidFill>
                  <a:srgbClr val="595959"/>
                </a:solidFill>
              </a:rPr>
              <a:t>Quản lý bán hàng trực trực tuyến</a:t>
            </a:r>
            <a:endParaRPr b="1" sz="1200">
              <a:solidFill>
                <a:srgbClr val="595959"/>
              </a:solidFill>
            </a:endParaRPr>
          </a:p>
        </p:txBody>
      </p:sp>
      <p:cxnSp>
        <p:nvCxnSpPr>
          <p:cNvPr id="228" name="Google Shape;228;p18"/>
          <p:cNvCxnSpPr>
            <a:endCxn id="222" idx="6"/>
          </p:cNvCxnSpPr>
          <p:nvPr/>
        </p:nvCxnSpPr>
        <p:spPr>
          <a:xfrm flipH="1">
            <a:off x="5161475" y="3385775"/>
            <a:ext cx="1463100" cy="47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18"/>
          <p:cNvSpPr txBox="1"/>
          <p:nvPr/>
        </p:nvSpPr>
        <p:spPr>
          <a:xfrm>
            <a:off x="1606797" y="1752545"/>
            <a:ext cx="10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594934" y="3517471"/>
            <a:ext cx="107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Bộ phận kho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6436155" y="1675025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Bộ phận kế toán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6391683" y="3675550"/>
            <a:ext cx="107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Bộ phận bán hàng</a:t>
            </a:r>
            <a:endParaRPr sz="1200">
              <a:solidFill>
                <a:srgbClr val="595959"/>
              </a:solidFill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1988075" y="1096525"/>
            <a:ext cx="302100" cy="673775"/>
            <a:chOff x="867825" y="1453175"/>
            <a:chExt cx="302100" cy="673775"/>
          </a:xfrm>
        </p:grpSpPr>
        <p:sp>
          <p:nvSpPr>
            <p:cNvPr id="234" name="Google Shape;234;p18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5" name="Google Shape;235;p18"/>
            <p:cNvCxnSpPr>
              <a:stCxn id="234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18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18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18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18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0" name="Google Shape;240;p18"/>
          <p:cNvGrpSpPr/>
          <p:nvPr/>
        </p:nvGrpSpPr>
        <p:grpSpPr>
          <a:xfrm>
            <a:off x="1988075" y="2849125"/>
            <a:ext cx="302100" cy="673775"/>
            <a:chOff x="867825" y="1453175"/>
            <a:chExt cx="302100" cy="673775"/>
          </a:xfrm>
        </p:grpSpPr>
        <p:sp>
          <p:nvSpPr>
            <p:cNvPr id="241" name="Google Shape;241;p18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2" name="Google Shape;242;p18"/>
            <p:cNvCxnSpPr>
              <a:stCxn id="241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8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8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8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8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7" name="Google Shape;247;p18"/>
          <p:cNvGrpSpPr/>
          <p:nvPr/>
        </p:nvGrpSpPr>
        <p:grpSpPr>
          <a:xfrm>
            <a:off x="6782575" y="1028475"/>
            <a:ext cx="302100" cy="673775"/>
            <a:chOff x="867825" y="1453175"/>
            <a:chExt cx="302100" cy="673775"/>
          </a:xfrm>
        </p:grpSpPr>
        <p:sp>
          <p:nvSpPr>
            <p:cNvPr id="248" name="Google Shape;248;p18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9" name="Google Shape;249;p18"/>
            <p:cNvCxnSpPr>
              <a:stCxn id="248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8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8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8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8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4" name="Google Shape;254;p18"/>
          <p:cNvGrpSpPr/>
          <p:nvPr/>
        </p:nvGrpSpPr>
        <p:grpSpPr>
          <a:xfrm>
            <a:off x="6776500" y="2982275"/>
            <a:ext cx="302100" cy="673775"/>
            <a:chOff x="867825" y="1453175"/>
            <a:chExt cx="302100" cy="673775"/>
          </a:xfrm>
        </p:grpSpPr>
        <p:sp>
          <p:nvSpPr>
            <p:cNvPr id="255" name="Google Shape;255;p18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6" name="Google Shape;256;p18"/>
            <p:cNvCxnSpPr>
              <a:stCxn id="255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18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18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18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18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2676540" y="250200"/>
            <a:ext cx="3737100" cy="453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3137450" y="1172975"/>
            <a:ext cx="1137900" cy="3603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Chẩn đoán </a:t>
            </a:r>
            <a:endParaRPr sz="1000"/>
          </a:p>
        </p:txBody>
      </p:sp>
      <p:sp>
        <p:nvSpPr>
          <p:cNvPr id="267" name="Google Shape;267;p19"/>
          <p:cNvSpPr/>
          <p:nvPr/>
        </p:nvSpPr>
        <p:spPr>
          <a:xfrm>
            <a:off x="4885675" y="2299274"/>
            <a:ext cx="1039800" cy="415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dịch vụ</a:t>
            </a:r>
            <a:endParaRPr sz="1000"/>
          </a:p>
        </p:txBody>
      </p:sp>
      <p:sp>
        <p:nvSpPr>
          <p:cNvPr id="268" name="Google Shape;268;p19"/>
          <p:cNvSpPr/>
          <p:nvPr/>
        </p:nvSpPr>
        <p:spPr>
          <a:xfrm>
            <a:off x="4847274" y="2867522"/>
            <a:ext cx="1169700" cy="400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Tiếp nhận bệnh nhân</a:t>
            </a:r>
            <a:endParaRPr sz="1000"/>
          </a:p>
        </p:txBody>
      </p:sp>
      <p:sp>
        <p:nvSpPr>
          <p:cNvPr id="269" name="Google Shape;269;p19"/>
          <p:cNvSpPr/>
          <p:nvPr/>
        </p:nvSpPr>
        <p:spPr>
          <a:xfrm>
            <a:off x="1612963" y="1157890"/>
            <a:ext cx="187500" cy="169800"/>
          </a:xfrm>
          <a:prstGeom prst="smileyFace">
            <a:avLst>
              <a:gd fmla="val 4653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19"/>
          <p:cNvCxnSpPr>
            <a:stCxn id="269" idx="4"/>
          </p:cNvCxnSpPr>
          <p:nvPr/>
        </p:nvCxnSpPr>
        <p:spPr>
          <a:xfrm>
            <a:off x="1706713" y="1327690"/>
            <a:ext cx="1800" cy="258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1582272" y="1447232"/>
            <a:ext cx="265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19"/>
          <p:cNvCxnSpPr/>
          <p:nvPr/>
        </p:nvCxnSpPr>
        <p:spPr>
          <a:xfrm flipH="1">
            <a:off x="1582320" y="1586083"/>
            <a:ext cx="125100" cy="16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9"/>
          <p:cNvCxnSpPr/>
          <p:nvPr/>
        </p:nvCxnSpPr>
        <p:spPr>
          <a:xfrm>
            <a:off x="1708433" y="1586083"/>
            <a:ext cx="147600" cy="159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9"/>
          <p:cNvSpPr/>
          <p:nvPr/>
        </p:nvSpPr>
        <p:spPr>
          <a:xfrm>
            <a:off x="1590845" y="2530774"/>
            <a:ext cx="211800" cy="192000"/>
          </a:xfrm>
          <a:prstGeom prst="smileyFace">
            <a:avLst>
              <a:gd fmla="val 4653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stCxn id="274" idx="4"/>
          </p:cNvCxnSpPr>
          <p:nvPr/>
        </p:nvCxnSpPr>
        <p:spPr>
          <a:xfrm>
            <a:off x="1696745" y="2722774"/>
            <a:ext cx="2100" cy="29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19"/>
          <p:cNvCxnSpPr/>
          <p:nvPr/>
        </p:nvCxnSpPr>
        <p:spPr>
          <a:xfrm>
            <a:off x="1556157" y="2857802"/>
            <a:ext cx="300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19"/>
          <p:cNvCxnSpPr/>
          <p:nvPr/>
        </p:nvCxnSpPr>
        <p:spPr>
          <a:xfrm flipH="1">
            <a:off x="1556005" y="3014739"/>
            <a:ext cx="141600" cy="18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19"/>
          <p:cNvCxnSpPr/>
          <p:nvPr/>
        </p:nvCxnSpPr>
        <p:spPr>
          <a:xfrm>
            <a:off x="1698750" y="3014739"/>
            <a:ext cx="166800" cy="180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19"/>
          <p:cNvSpPr/>
          <p:nvPr/>
        </p:nvSpPr>
        <p:spPr>
          <a:xfrm>
            <a:off x="7272206" y="872715"/>
            <a:ext cx="205500" cy="186300"/>
          </a:xfrm>
          <a:prstGeom prst="smileyFace">
            <a:avLst>
              <a:gd fmla="val -4653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19"/>
          <p:cNvCxnSpPr>
            <a:stCxn id="279" idx="4"/>
          </p:cNvCxnSpPr>
          <p:nvPr/>
        </p:nvCxnSpPr>
        <p:spPr>
          <a:xfrm>
            <a:off x="7374956" y="1059015"/>
            <a:ext cx="2100" cy="28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19"/>
          <p:cNvCxnSpPr/>
          <p:nvPr/>
        </p:nvCxnSpPr>
        <p:spPr>
          <a:xfrm>
            <a:off x="7238565" y="1189857"/>
            <a:ext cx="291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19"/>
          <p:cNvCxnSpPr/>
          <p:nvPr/>
        </p:nvCxnSpPr>
        <p:spPr>
          <a:xfrm flipH="1">
            <a:off x="7238341" y="1342049"/>
            <a:ext cx="137400" cy="17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19"/>
          <p:cNvCxnSpPr/>
          <p:nvPr/>
        </p:nvCxnSpPr>
        <p:spPr>
          <a:xfrm>
            <a:off x="7376852" y="1342049"/>
            <a:ext cx="162000" cy="174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19"/>
          <p:cNvSpPr/>
          <p:nvPr/>
        </p:nvSpPr>
        <p:spPr>
          <a:xfrm>
            <a:off x="7250557" y="2387348"/>
            <a:ext cx="205500" cy="186300"/>
          </a:xfrm>
          <a:prstGeom prst="smileyFace">
            <a:avLst>
              <a:gd fmla="val 4653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19"/>
          <p:cNvCxnSpPr>
            <a:stCxn id="284" idx="4"/>
          </p:cNvCxnSpPr>
          <p:nvPr/>
        </p:nvCxnSpPr>
        <p:spPr>
          <a:xfrm>
            <a:off x="7353307" y="2573648"/>
            <a:ext cx="2100" cy="28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19"/>
          <p:cNvCxnSpPr/>
          <p:nvPr/>
        </p:nvCxnSpPr>
        <p:spPr>
          <a:xfrm>
            <a:off x="7216900" y="2704667"/>
            <a:ext cx="291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19"/>
          <p:cNvCxnSpPr/>
          <p:nvPr/>
        </p:nvCxnSpPr>
        <p:spPr>
          <a:xfrm flipH="1">
            <a:off x="7216744" y="2856944"/>
            <a:ext cx="137400" cy="17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19"/>
          <p:cNvCxnSpPr/>
          <p:nvPr/>
        </p:nvCxnSpPr>
        <p:spPr>
          <a:xfrm>
            <a:off x="7355255" y="2856944"/>
            <a:ext cx="162000" cy="174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19"/>
          <p:cNvSpPr txBox="1"/>
          <p:nvPr/>
        </p:nvSpPr>
        <p:spPr>
          <a:xfrm>
            <a:off x="1401127" y="1742405"/>
            <a:ext cx="62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Bác sĩ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1457691" y="3212121"/>
            <a:ext cx="4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Y tá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6923344" y="1529850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Bệnh nhân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868775" y="3038500"/>
            <a:ext cx="98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 hành chính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3289859" y="257612"/>
            <a:ext cx="25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bệnh viện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3102925" y="2568275"/>
            <a:ext cx="1137600" cy="41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Cập nhật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phác đồ </a:t>
            </a:r>
            <a:endParaRPr sz="1000"/>
          </a:p>
        </p:txBody>
      </p:sp>
      <p:cxnSp>
        <p:nvCxnSpPr>
          <p:cNvPr id="295" name="Google Shape;295;p19"/>
          <p:cNvCxnSpPr>
            <a:endCxn id="266" idx="2"/>
          </p:cNvCxnSpPr>
          <p:nvPr/>
        </p:nvCxnSpPr>
        <p:spPr>
          <a:xfrm flipH="1" rot="10800000">
            <a:off x="1947050" y="1353125"/>
            <a:ext cx="1190400" cy="148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19"/>
          <p:cNvCxnSpPr>
            <a:endCxn id="294" idx="2"/>
          </p:cNvCxnSpPr>
          <p:nvPr/>
        </p:nvCxnSpPr>
        <p:spPr>
          <a:xfrm flipH="1" rot="10800000">
            <a:off x="1972525" y="2776175"/>
            <a:ext cx="1130400" cy="4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19"/>
          <p:cNvSpPr/>
          <p:nvPr/>
        </p:nvSpPr>
        <p:spPr>
          <a:xfrm>
            <a:off x="4735725" y="815175"/>
            <a:ext cx="1190400" cy="41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Đăng ký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Hồ sơ</a:t>
            </a:r>
            <a:endParaRPr sz="1000"/>
          </a:p>
        </p:txBody>
      </p:sp>
      <p:cxnSp>
        <p:nvCxnSpPr>
          <p:cNvPr id="298" name="Google Shape;298;p19"/>
          <p:cNvCxnSpPr>
            <a:endCxn id="297" idx="6"/>
          </p:cNvCxnSpPr>
          <p:nvPr/>
        </p:nvCxnSpPr>
        <p:spPr>
          <a:xfrm rot="10800000">
            <a:off x="5926125" y="1023075"/>
            <a:ext cx="1137600" cy="185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9"/>
          <p:cNvSpPr/>
          <p:nvPr/>
        </p:nvSpPr>
        <p:spPr>
          <a:xfrm>
            <a:off x="4770400" y="1418275"/>
            <a:ext cx="1169700" cy="457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Đặt lịch hẹn khám</a:t>
            </a:r>
            <a:endParaRPr sz="1000"/>
          </a:p>
        </p:txBody>
      </p:sp>
      <p:cxnSp>
        <p:nvCxnSpPr>
          <p:cNvPr id="300" name="Google Shape;300;p19"/>
          <p:cNvCxnSpPr>
            <a:endCxn id="299" idx="6"/>
          </p:cNvCxnSpPr>
          <p:nvPr/>
        </p:nvCxnSpPr>
        <p:spPr>
          <a:xfrm flipH="1">
            <a:off x="5940100" y="1337575"/>
            <a:ext cx="1169700" cy="309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9"/>
          <p:cNvCxnSpPr>
            <a:endCxn id="267" idx="6"/>
          </p:cNvCxnSpPr>
          <p:nvPr/>
        </p:nvCxnSpPr>
        <p:spPr>
          <a:xfrm rot="10800000">
            <a:off x="5925475" y="2507174"/>
            <a:ext cx="1145400" cy="10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19"/>
          <p:cNvSpPr/>
          <p:nvPr/>
        </p:nvSpPr>
        <p:spPr>
          <a:xfrm>
            <a:off x="3137450" y="693425"/>
            <a:ext cx="1137900" cy="400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Lập lịch làm việc</a:t>
            </a:r>
            <a:endParaRPr sz="1000"/>
          </a:p>
        </p:txBody>
      </p:sp>
      <p:sp>
        <p:nvSpPr>
          <p:cNvPr id="303" name="Google Shape;303;p19"/>
          <p:cNvSpPr/>
          <p:nvPr/>
        </p:nvSpPr>
        <p:spPr>
          <a:xfrm>
            <a:off x="4750500" y="3360425"/>
            <a:ext cx="1305900" cy="473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Xử lý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hóa đơn</a:t>
            </a:r>
            <a:endParaRPr sz="1000"/>
          </a:p>
        </p:txBody>
      </p:sp>
      <p:cxnSp>
        <p:nvCxnSpPr>
          <p:cNvPr id="304" name="Google Shape;304;p19"/>
          <p:cNvCxnSpPr>
            <a:endCxn id="303" idx="6"/>
          </p:cNvCxnSpPr>
          <p:nvPr/>
        </p:nvCxnSpPr>
        <p:spPr>
          <a:xfrm flipH="1">
            <a:off x="6056400" y="2845325"/>
            <a:ext cx="1014600" cy="75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9"/>
          <p:cNvSpPr/>
          <p:nvPr/>
        </p:nvSpPr>
        <p:spPr>
          <a:xfrm>
            <a:off x="3137450" y="1630175"/>
            <a:ext cx="1137900" cy="3603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Kê đơn</a:t>
            </a:r>
            <a:endParaRPr sz="1000"/>
          </a:p>
        </p:txBody>
      </p:sp>
      <p:cxnSp>
        <p:nvCxnSpPr>
          <p:cNvPr id="306" name="Google Shape;306;p19"/>
          <p:cNvCxnSpPr>
            <a:stCxn id="305" idx="2"/>
          </p:cNvCxnSpPr>
          <p:nvPr/>
        </p:nvCxnSpPr>
        <p:spPr>
          <a:xfrm rot="10800000">
            <a:off x="1957550" y="1612625"/>
            <a:ext cx="1179900" cy="1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9"/>
          <p:cNvCxnSpPr>
            <a:stCxn id="302" idx="2"/>
          </p:cNvCxnSpPr>
          <p:nvPr/>
        </p:nvCxnSpPr>
        <p:spPr>
          <a:xfrm flipH="1">
            <a:off x="1994750" y="893525"/>
            <a:ext cx="1142700" cy="44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19"/>
          <p:cNvSpPr/>
          <p:nvPr/>
        </p:nvSpPr>
        <p:spPr>
          <a:xfrm>
            <a:off x="1650741" y="3597574"/>
            <a:ext cx="211800" cy="192000"/>
          </a:xfrm>
          <a:prstGeom prst="smileyFace">
            <a:avLst>
              <a:gd fmla="val 4653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19"/>
          <p:cNvCxnSpPr>
            <a:stCxn id="308" idx="4"/>
          </p:cNvCxnSpPr>
          <p:nvPr/>
        </p:nvCxnSpPr>
        <p:spPr>
          <a:xfrm>
            <a:off x="1756641" y="3789574"/>
            <a:ext cx="2100" cy="29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19"/>
          <p:cNvCxnSpPr/>
          <p:nvPr/>
        </p:nvCxnSpPr>
        <p:spPr>
          <a:xfrm>
            <a:off x="1616052" y="3924602"/>
            <a:ext cx="300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19"/>
          <p:cNvCxnSpPr/>
          <p:nvPr/>
        </p:nvCxnSpPr>
        <p:spPr>
          <a:xfrm flipH="1">
            <a:off x="1615901" y="4081539"/>
            <a:ext cx="141600" cy="18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19"/>
          <p:cNvCxnSpPr/>
          <p:nvPr/>
        </p:nvCxnSpPr>
        <p:spPr>
          <a:xfrm>
            <a:off x="1758646" y="4081539"/>
            <a:ext cx="166800" cy="180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19"/>
          <p:cNvSpPr txBox="1"/>
          <p:nvPr/>
        </p:nvSpPr>
        <p:spPr>
          <a:xfrm>
            <a:off x="1171050" y="4241500"/>
            <a:ext cx="11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Quản lý kho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3102925" y="3558875"/>
            <a:ext cx="1137600" cy="41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Xuất vật tư ý tế</a:t>
            </a:r>
            <a:endParaRPr sz="1000"/>
          </a:p>
        </p:txBody>
      </p:sp>
      <p:sp>
        <p:nvSpPr>
          <p:cNvPr id="315" name="Google Shape;315;p19"/>
          <p:cNvSpPr/>
          <p:nvPr/>
        </p:nvSpPr>
        <p:spPr>
          <a:xfrm>
            <a:off x="3102925" y="4168475"/>
            <a:ext cx="1137600" cy="41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Nhận vật tư y tế</a:t>
            </a:r>
            <a:endParaRPr sz="1000"/>
          </a:p>
        </p:txBody>
      </p:sp>
      <p:cxnSp>
        <p:nvCxnSpPr>
          <p:cNvPr id="316" name="Google Shape;316;p19"/>
          <p:cNvCxnSpPr/>
          <p:nvPr/>
        </p:nvCxnSpPr>
        <p:spPr>
          <a:xfrm flipH="1" rot="10800000">
            <a:off x="6016974" y="2740322"/>
            <a:ext cx="1031700" cy="3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19"/>
          <p:cNvCxnSpPr>
            <a:stCxn id="314" idx="2"/>
          </p:cNvCxnSpPr>
          <p:nvPr/>
        </p:nvCxnSpPr>
        <p:spPr>
          <a:xfrm flipH="1">
            <a:off x="2129725" y="3766775"/>
            <a:ext cx="973200" cy="10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19"/>
          <p:cNvCxnSpPr>
            <a:stCxn id="315" idx="2"/>
          </p:cNvCxnSpPr>
          <p:nvPr/>
        </p:nvCxnSpPr>
        <p:spPr>
          <a:xfrm rot="10800000">
            <a:off x="2152225" y="4065575"/>
            <a:ext cx="950700" cy="3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20"/>
          <p:cNvGrpSpPr/>
          <p:nvPr/>
        </p:nvGrpSpPr>
        <p:grpSpPr>
          <a:xfrm>
            <a:off x="2864179" y="94801"/>
            <a:ext cx="3357266" cy="4922575"/>
            <a:chOff x="3227941" y="109775"/>
            <a:chExt cx="3289825" cy="4922575"/>
          </a:xfrm>
        </p:grpSpPr>
        <p:sp>
          <p:nvSpPr>
            <p:cNvPr id="324" name="Google Shape;324;p20"/>
            <p:cNvSpPr/>
            <p:nvPr/>
          </p:nvSpPr>
          <p:spPr>
            <a:xfrm>
              <a:off x="3227966" y="111150"/>
              <a:ext cx="3289800" cy="4921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FFFF"/>
                </a:highlight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3227941" y="109775"/>
              <a:ext cx="3289800" cy="4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</a:rPr>
                <a:t>Hệ thống </a:t>
              </a:r>
              <a:r>
                <a:rPr b="1" lang="en-GB" sz="1600"/>
                <a:t>q</a:t>
              </a:r>
              <a:r>
                <a:rPr b="1" lang="en-GB" sz="1600">
                  <a:solidFill>
                    <a:srgbClr val="000000"/>
                  </a:solidFill>
                </a:rPr>
                <a:t>uản lý </a:t>
              </a:r>
              <a:r>
                <a:rPr b="1" lang="en-GB" sz="1600"/>
                <a:t>đ</a:t>
              </a:r>
              <a:r>
                <a:rPr b="1" lang="en-GB" sz="1600">
                  <a:solidFill>
                    <a:srgbClr val="000000"/>
                  </a:solidFill>
                </a:rPr>
                <a:t>ào tạo</a:t>
              </a:r>
              <a:endParaRPr b="1" sz="1600">
                <a:solidFill>
                  <a:srgbClr val="000000"/>
                </a:solidFill>
              </a:endParaRPr>
            </a:p>
          </p:txBody>
        </p:sp>
      </p:grpSp>
      <p:sp>
        <p:nvSpPr>
          <p:cNvPr id="326" name="Google Shape;326;p20"/>
          <p:cNvSpPr/>
          <p:nvPr/>
        </p:nvSpPr>
        <p:spPr>
          <a:xfrm>
            <a:off x="3622641" y="4111901"/>
            <a:ext cx="1980000" cy="612000"/>
          </a:xfrm>
          <a:prstGeom prst="flowChartConnector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Giao nhiệm vụ</a:t>
            </a:r>
            <a:endParaRPr sz="1300"/>
          </a:p>
        </p:txBody>
      </p:sp>
      <p:sp>
        <p:nvSpPr>
          <p:cNvPr id="327" name="Google Shape;327;p20"/>
          <p:cNvSpPr/>
          <p:nvPr/>
        </p:nvSpPr>
        <p:spPr>
          <a:xfrm>
            <a:off x="3578250" y="3166201"/>
            <a:ext cx="1980000" cy="612000"/>
          </a:xfrm>
          <a:prstGeom prst="flowChartConnector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Quản lý </a:t>
            </a:r>
            <a:r>
              <a:rPr lang="en-GB" sz="1300"/>
              <a:t>đồ án</a:t>
            </a:r>
            <a:endParaRPr sz="1300"/>
          </a:p>
        </p:txBody>
      </p:sp>
      <p:sp>
        <p:nvSpPr>
          <p:cNvPr id="328" name="Google Shape;328;p20"/>
          <p:cNvSpPr/>
          <p:nvPr/>
        </p:nvSpPr>
        <p:spPr>
          <a:xfrm>
            <a:off x="3622641" y="1543689"/>
            <a:ext cx="1980000" cy="612000"/>
          </a:xfrm>
          <a:prstGeom prst="flowChartConnector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Quản lý tài liệu học phần</a:t>
            </a:r>
            <a:endParaRPr sz="1300"/>
          </a:p>
        </p:txBody>
      </p:sp>
      <p:sp>
        <p:nvSpPr>
          <p:cNvPr id="329" name="Google Shape;329;p20"/>
          <p:cNvSpPr/>
          <p:nvPr/>
        </p:nvSpPr>
        <p:spPr>
          <a:xfrm>
            <a:off x="3622656" y="714501"/>
            <a:ext cx="1980000" cy="612000"/>
          </a:xfrm>
          <a:prstGeom prst="flowChartConnector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Đăng ký học tập</a:t>
            </a:r>
            <a:endParaRPr sz="1300"/>
          </a:p>
        </p:txBody>
      </p:sp>
      <p:sp>
        <p:nvSpPr>
          <p:cNvPr id="330" name="Google Shape;330;p20"/>
          <p:cNvSpPr/>
          <p:nvPr/>
        </p:nvSpPr>
        <p:spPr>
          <a:xfrm>
            <a:off x="3622636" y="2372901"/>
            <a:ext cx="1980000" cy="612000"/>
          </a:xfrm>
          <a:prstGeom prst="flowChartConnector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Quản lý lớp </a:t>
            </a:r>
            <a:r>
              <a:rPr lang="en-GB" sz="1300"/>
              <a:t>học</a:t>
            </a:r>
            <a:endParaRPr sz="1300"/>
          </a:p>
        </p:txBody>
      </p:sp>
      <p:grpSp>
        <p:nvGrpSpPr>
          <p:cNvPr id="331" name="Google Shape;331;p20"/>
          <p:cNvGrpSpPr/>
          <p:nvPr/>
        </p:nvGrpSpPr>
        <p:grpSpPr>
          <a:xfrm>
            <a:off x="975285" y="3548276"/>
            <a:ext cx="1013700" cy="881427"/>
            <a:chOff x="456811" y="3584800"/>
            <a:chExt cx="1013700" cy="881427"/>
          </a:xfrm>
        </p:grpSpPr>
        <p:grpSp>
          <p:nvGrpSpPr>
            <p:cNvPr id="332" name="Google Shape;332;p20"/>
            <p:cNvGrpSpPr/>
            <p:nvPr/>
          </p:nvGrpSpPr>
          <p:grpSpPr>
            <a:xfrm>
              <a:off x="829755" y="3584800"/>
              <a:ext cx="293366" cy="527050"/>
              <a:chOff x="1198500" y="1346400"/>
              <a:chExt cx="277625" cy="527050"/>
            </a:xfrm>
          </p:grpSpPr>
          <p:sp>
            <p:nvSpPr>
              <p:cNvPr id="333" name="Google Shape;333;p20"/>
              <p:cNvSpPr/>
              <p:nvPr/>
            </p:nvSpPr>
            <p:spPr>
              <a:xfrm>
                <a:off x="1243475" y="1346400"/>
                <a:ext cx="180000" cy="1800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4" name="Google Shape;334;p20"/>
              <p:cNvCxnSpPr/>
              <p:nvPr/>
            </p:nvCxnSpPr>
            <p:spPr>
              <a:xfrm flipH="1">
                <a:off x="1333075" y="1526525"/>
                <a:ext cx="4200" cy="190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" name="Google Shape;335;p20"/>
              <p:cNvCxnSpPr/>
              <p:nvPr/>
            </p:nvCxnSpPr>
            <p:spPr>
              <a:xfrm>
                <a:off x="1333925" y="1717450"/>
                <a:ext cx="142200" cy="156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" name="Google Shape;336;p20"/>
              <p:cNvCxnSpPr/>
              <p:nvPr/>
            </p:nvCxnSpPr>
            <p:spPr>
              <a:xfrm flipH="1">
                <a:off x="1204925" y="1717450"/>
                <a:ext cx="129000" cy="137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" name="Google Shape;337;p20"/>
              <p:cNvCxnSpPr/>
              <p:nvPr/>
            </p:nvCxnSpPr>
            <p:spPr>
              <a:xfrm>
                <a:off x="1198500" y="1614825"/>
                <a:ext cx="277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8" name="Google Shape;338;p20"/>
            <p:cNvSpPr txBox="1"/>
            <p:nvPr/>
          </p:nvSpPr>
          <p:spPr>
            <a:xfrm>
              <a:off x="456811" y="4096927"/>
              <a:ext cx="101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/>
                <a:t>Chủ Nhiệm</a:t>
              </a:r>
              <a:endParaRPr b="1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339" name="Google Shape;339;p20"/>
          <p:cNvGrpSpPr/>
          <p:nvPr/>
        </p:nvGrpSpPr>
        <p:grpSpPr>
          <a:xfrm>
            <a:off x="952824" y="2245521"/>
            <a:ext cx="1013700" cy="847155"/>
            <a:chOff x="556850" y="2260495"/>
            <a:chExt cx="1013700" cy="847155"/>
          </a:xfrm>
        </p:grpSpPr>
        <p:sp>
          <p:nvSpPr>
            <p:cNvPr id="340" name="Google Shape;340;p20"/>
            <p:cNvSpPr txBox="1"/>
            <p:nvPr/>
          </p:nvSpPr>
          <p:spPr>
            <a:xfrm>
              <a:off x="556850" y="2711350"/>
              <a:ext cx="10137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00000"/>
                  </a:solidFill>
                </a:rPr>
                <a:t>Giảng </a:t>
              </a:r>
              <a:r>
                <a:rPr b="1" lang="en-GB" sz="1200"/>
                <a:t>V</a:t>
              </a:r>
              <a:r>
                <a:rPr b="1" lang="en-GB" sz="1200">
                  <a:solidFill>
                    <a:srgbClr val="000000"/>
                  </a:solidFill>
                </a:rPr>
                <a:t>iên</a:t>
              </a:r>
              <a:endParaRPr b="1" sz="1200">
                <a:solidFill>
                  <a:srgbClr val="000000"/>
                </a:solidFill>
              </a:endParaRPr>
            </a:p>
          </p:txBody>
        </p:sp>
        <p:grpSp>
          <p:nvGrpSpPr>
            <p:cNvPr id="341" name="Google Shape;341;p20"/>
            <p:cNvGrpSpPr/>
            <p:nvPr/>
          </p:nvGrpSpPr>
          <p:grpSpPr>
            <a:xfrm>
              <a:off x="923326" y="2260495"/>
              <a:ext cx="260856" cy="527050"/>
              <a:chOff x="1198500" y="1346400"/>
              <a:chExt cx="277625" cy="527050"/>
            </a:xfrm>
          </p:grpSpPr>
          <p:sp>
            <p:nvSpPr>
              <p:cNvPr id="342" name="Google Shape;342;p20"/>
              <p:cNvSpPr/>
              <p:nvPr/>
            </p:nvSpPr>
            <p:spPr>
              <a:xfrm>
                <a:off x="1243475" y="1346400"/>
                <a:ext cx="180000" cy="1800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3" name="Google Shape;343;p20"/>
              <p:cNvCxnSpPr/>
              <p:nvPr/>
            </p:nvCxnSpPr>
            <p:spPr>
              <a:xfrm flipH="1">
                <a:off x="1333075" y="1526525"/>
                <a:ext cx="4200" cy="190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20"/>
              <p:cNvCxnSpPr/>
              <p:nvPr/>
            </p:nvCxnSpPr>
            <p:spPr>
              <a:xfrm>
                <a:off x="1333925" y="1717450"/>
                <a:ext cx="142200" cy="156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20"/>
              <p:cNvCxnSpPr/>
              <p:nvPr/>
            </p:nvCxnSpPr>
            <p:spPr>
              <a:xfrm flipH="1">
                <a:off x="1204925" y="1717450"/>
                <a:ext cx="129000" cy="137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20"/>
              <p:cNvCxnSpPr/>
              <p:nvPr/>
            </p:nvCxnSpPr>
            <p:spPr>
              <a:xfrm>
                <a:off x="1198500" y="1614825"/>
                <a:ext cx="277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47" name="Google Shape;347;p20"/>
          <p:cNvGrpSpPr/>
          <p:nvPr/>
        </p:nvGrpSpPr>
        <p:grpSpPr>
          <a:xfrm>
            <a:off x="1018222" y="963389"/>
            <a:ext cx="882900" cy="826525"/>
            <a:chOff x="717398" y="931450"/>
            <a:chExt cx="882900" cy="826525"/>
          </a:xfrm>
        </p:grpSpPr>
        <p:grpSp>
          <p:nvGrpSpPr>
            <p:cNvPr id="348" name="Google Shape;348;p20"/>
            <p:cNvGrpSpPr/>
            <p:nvPr/>
          </p:nvGrpSpPr>
          <p:grpSpPr>
            <a:xfrm>
              <a:off x="1036701" y="931450"/>
              <a:ext cx="293366" cy="527050"/>
              <a:chOff x="1198500" y="1346400"/>
              <a:chExt cx="277625" cy="527050"/>
            </a:xfrm>
          </p:grpSpPr>
          <p:sp>
            <p:nvSpPr>
              <p:cNvPr id="349" name="Google Shape;349;p20"/>
              <p:cNvSpPr/>
              <p:nvPr/>
            </p:nvSpPr>
            <p:spPr>
              <a:xfrm>
                <a:off x="1243475" y="1346400"/>
                <a:ext cx="180000" cy="1800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0" name="Google Shape;350;p20"/>
              <p:cNvCxnSpPr/>
              <p:nvPr/>
            </p:nvCxnSpPr>
            <p:spPr>
              <a:xfrm flipH="1">
                <a:off x="1333075" y="1526525"/>
                <a:ext cx="4200" cy="190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20"/>
              <p:cNvCxnSpPr/>
              <p:nvPr/>
            </p:nvCxnSpPr>
            <p:spPr>
              <a:xfrm>
                <a:off x="1333925" y="1717450"/>
                <a:ext cx="142200" cy="156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" name="Google Shape;352;p20"/>
              <p:cNvCxnSpPr/>
              <p:nvPr/>
            </p:nvCxnSpPr>
            <p:spPr>
              <a:xfrm flipH="1">
                <a:off x="1204925" y="1717450"/>
                <a:ext cx="129000" cy="137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20"/>
              <p:cNvCxnSpPr/>
              <p:nvPr/>
            </p:nvCxnSpPr>
            <p:spPr>
              <a:xfrm>
                <a:off x="1198500" y="1614825"/>
                <a:ext cx="277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54" name="Google Shape;354;p20"/>
            <p:cNvSpPr txBox="1"/>
            <p:nvPr/>
          </p:nvSpPr>
          <p:spPr>
            <a:xfrm>
              <a:off x="717398" y="1459175"/>
              <a:ext cx="882900" cy="2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00000"/>
                  </a:solidFill>
                </a:rPr>
                <a:t>Sinh </a:t>
              </a:r>
              <a:r>
                <a:rPr b="1" lang="en-GB" sz="1200"/>
                <a:t>V</a:t>
              </a:r>
              <a:r>
                <a:rPr b="1" lang="en-GB" sz="1200">
                  <a:solidFill>
                    <a:srgbClr val="000000"/>
                  </a:solidFill>
                </a:rPr>
                <a:t>iên</a:t>
              </a:r>
              <a:endParaRPr b="1" sz="1200">
                <a:solidFill>
                  <a:srgbClr val="000000"/>
                </a:solidFill>
              </a:endParaRPr>
            </a:p>
          </p:txBody>
        </p:sp>
      </p:grpSp>
      <p:cxnSp>
        <p:nvCxnSpPr>
          <p:cNvPr id="355" name="Google Shape;355;p20"/>
          <p:cNvCxnSpPr>
            <a:endCxn id="329" idx="2"/>
          </p:cNvCxnSpPr>
          <p:nvPr/>
        </p:nvCxnSpPr>
        <p:spPr>
          <a:xfrm flipH="1" rot="10800000">
            <a:off x="1776456" y="1020501"/>
            <a:ext cx="1846200" cy="345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0"/>
          <p:cNvCxnSpPr>
            <a:endCxn id="328" idx="2"/>
          </p:cNvCxnSpPr>
          <p:nvPr/>
        </p:nvCxnSpPr>
        <p:spPr>
          <a:xfrm flipH="1" rot="10800000">
            <a:off x="1774341" y="1849689"/>
            <a:ext cx="1848300" cy="525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0"/>
          <p:cNvCxnSpPr>
            <a:endCxn id="330" idx="2"/>
          </p:cNvCxnSpPr>
          <p:nvPr/>
        </p:nvCxnSpPr>
        <p:spPr>
          <a:xfrm>
            <a:off x="1744336" y="2585601"/>
            <a:ext cx="1878300" cy="93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0"/>
          <p:cNvCxnSpPr>
            <a:endCxn id="327" idx="6"/>
          </p:cNvCxnSpPr>
          <p:nvPr/>
        </p:nvCxnSpPr>
        <p:spPr>
          <a:xfrm rot="10800000">
            <a:off x="5558250" y="3472201"/>
            <a:ext cx="1591500" cy="3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0"/>
          <p:cNvCxnSpPr>
            <a:endCxn id="326" idx="2"/>
          </p:cNvCxnSpPr>
          <p:nvPr/>
        </p:nvCxnSpPr>
        <p:spPr>
          <a:xfrm>
            <a:off x="1699341" y="3962201"/>
            <a:ext cx="1923300" cy="4557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0" name="Google Shape;360;p20"/>
          <p:cNvGrpSpPr/>
          <p:nvPr/>
        </p:nvGrpSpPr>
        <p:grpSpPr>
          <a:xfrm>
            <a:off x="7391378" y="3089476"/>
            <a:ext cx="281600" cy="527050"/>
            <a:chOff x="1196427" y="1346400"/>
            <a:chExt cx="279698" cy="527050"/>
          </a:xfrm>
        </p:grpSpPr>
        <p:sp>
          <p:nvSpPr>
            <p:cNvPr id="361" name="Google Shape;361;p20"/>
            <p:cNvSpPr/>
            <p:nvPr/>
          </p:nvSpPr>
          <p:spPr>
            <a:xfrm>
              <a:off x="1243475" y="1346400"/>
              <a:ext cx="180000" cy="180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2" name="Google Shape;362;p20"/>
            <p:cNvCxnSpPr/>
            <p:nvPr/>
          </p:nvCxnSpPr>
          <p:spPr>
            <a:xfrm flipH="1">
              <a:off x="1333075" y="1526525"/>
              <a:ext cx="4200" cy="190800"/>
            </a:xfrm>
            <a:prstGeom prst="straightConnector1">
              <a:avLst/>
            </a:prstGeom>
            <a:noFill/>
            <a:ln cap="flat" cmpd="sng" w="1905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20"/>
            <p:cNvCxnSpPr/>
            <p:nvPr/>
          </p:nvCxnSpPr>
          <p:spPr>
            <a:xfrm>
              <a:off x="1333925" y="1717450"/>
              <a:ext cx="142200" cy="156000"/>
            </a:xfrm>
            <a:prstGeom prst="straightConnector1">
              <a:avLst/>
            </a:prstGeom>
            <a:noFill/>
            <a:ln cap="flat" cmpd="sng" w="1905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20"/>
            <p:cNvCxnSpPr/>
            <p:nvPr/>
          </p:nvCxnSpPr>
          <p:spPr>
            <a:xfrm flipH="1">
              <a:off x="1204925" y="1717450"/>
              <a:ext cx="129000" cy="137100"/>
            </a:xfrm>
            <a:prstGeom prst="straightConnector1">
              <a:avLst/>
            </a:prstGeom>
            <a:noFill/>
            <a:ln cap="flat" cmpd="sng" w="1905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20"/>
            <p:cNvCxnSpPr/>
            <p:nvPr/>
          </p:nvCxnSpPr>
          <p:spPr>
            <a:xfrm>
              <a:off x="1196427" y="1614825"/>
              <a:ext cx="277500" cy="0"/>
            </a:xfrm>
            <a:prstGeom prst="straightConnector1">
              <a:avLst/>
            </a:prstGeom>
            <a:noFill/>
            <a:ln cap="flat" cmpd="sng" w="1905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6" name="Google Shape;366;p20"/>
          <p:cNvSpPr txBox="1"/>
          <p:nvPr/>
        </p:nvSpPr>
        <p:spPr>
          <a:xfrm>
            <a:off x="6923624" y="3629026"/>
            <a:ext cx="120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</a:rPr>
              <a:t>Người </a:t>
            </a:r>
            <a:r>
              <a:rPr b="1" lang="en-GB" sz="1200"/>
              <a:t>H</a:t>
            </a:r>
            <a:r>
              <a:rPr b="1" lang="en-GB" sz="1200">
                <a:solidFill>
                  <a:srgbClr val="000000"/>
                </a:solidFill>
              </a:rPr>
              <a:t>ướng </a:t>
            </a:r>
            <a:r>
              <a:rPr b="1" lang="en-GB" sz="1200"/>
              <a:t>D</a:t>
            </a:r>
            <a:r>
              <a:rPr b="1" lang="en-GB" sz="1200">
                <a:solidFill>
                  <a:srgbClr val="000000"/>
                </a:solidFill>
              </a:rPr>
              <a:t>ẫn</a:t>
            </a:r>
            <a:endParaRPr b="1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/>
          <p:nvPr/>
        </p:nvSpPr>
        <p:spPr>
          <a:xfrm>
            <a:off x="3054000" y="561175"/>
            <a:ext cx="3301200" cy="372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3202500" y="561175"/>
            <a:ext cx="2955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thư viện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1592200" y="1961879"/>
            <a:ext cx="9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Độc giả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6710150" y="2387625"/>
            <a:ext cx="833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Thủ thư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3596650" y="1099575"/>
            <a:ext cx="2089800" cy="3435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Tìm kiếm Sách</a:t>
            </a:r>
            <a:endParaRPr sz="1200"/>
          </a:p>
        </p:txBody>
      </p:sp>
      <p:sp>
        <p:nvSpPr>
          <p:cNvPr id="376" name="Google Shape;376;p21"/>
          <p:cNvSpPr/>
          <p:nvPr/>
        </p:nvSpPr>
        <p:spPr>
          <a:xfrm>
            <a:off x="3596738" y="1544598"/>
            <a:ext cx="2089800" cy="4263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Cho mượn sách</a:t>
            </a:r>
            <a:endParaRPr sz="1200"/>
          </a:p>
        </p:txBody>
      </p:sp>
      <p:sp>
        <p:nvSpPr>
          <p:cNvPr id="377" name="Google Shape;377;p21"/>
          <p:cNvSpPr/>
          <p:nvPr/>
        </p:nvSpPr>
        <p:spPr>
          <a:xfrm>
            <a:off x="3609038" y="2575279"/>
            <a:ext cx="2089800" cy="54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đầu sách</a:t>
            </a:r>
            <a:endParaRPr sz="1200"/>
          </a:p>
        </p:txBody>
      </p:sp>
      <p:sp>
        <p:nvSpPr>
          <p:cNvPr id="378" name="Google Shape;378;p21"/>
          <p:cNvSpPr/>
          <p:nvPr/>
        </p:nvSpPr>
        <p:spPr>
          <a:xfrm>
            <a:off x="3596650" y="3282645"/>
            <a:ext cx="2089800" cy="548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thẻ bạn đọc</a:t>
            </a:r>
            <a:endParaRPr sz="1200"/>
          </a:p>
        </p:txBody>
      </p:sp>
      <p:sp>
        <p:nvSpPr>
          <p:cNvPr id="379" name="Google Shape;379;p21"/>
          <p:cNvSpPr txBox="1"/>
          <p:nvPr/>
        </p:nvSpPr>
        <p:spPr>
          <a:xfrm>
            <a:off x="6633950" y="3830625"/>
            <a:ext cx="10395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Cán bộ Hành chính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380" name="Google Shape;380;p21"/>
          <p:cNvCxnSpPr>
            <a:endCxn id="375" idx="2"/>
          </p:cNvCxnSpPr>
          <p:nvPr/>
        </p:nvCxnSpPr>
        <p:spPr>
          <a:xfrm flipH="1" rot="10800000">
            <a:off x="2323750" y="1271325"/>
            <a:ext cx="1272900" cy="528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1" name="Google Shape;381;p21"/>
          <p:cNvGrpSpPr/>
          <p:nvPr/>
        </p:nvGrpSpPr>
        <p:grpSpPr>
          <a:xfrm>
            <a:off x="1896400" y="1332838"/>
            <a:ext cx="302100" cy="673775"/>
            <a:chOff x="867825" y="1453175"/>
            <a:chExt cx="302100" cy="673775"/>
          </a:xfrm>
        </p:grpSpPr>
        <p:sp>
          <p:nvSpPr>
            <p:cNvPr id="382" name="Google Shape;382;p21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3" name="Google Shape;383;p21"/>
            <p:cNvCxnSpPr>
              <a:stCxn id="382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21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21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21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21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8" name="Google Shape;388;p21"/>
          <p:cNvGrpSpPr/>
          <p:nvPr/>
        </p:nvGrpSpPr>
        <p:grpSpPr>
          <a:xfrm>
            <a:off x="6962050" y="1790038"/>
            <a:ext cx="302100" cy="673775"/>
            <a:chOff x="867825" y="1453175"/>
            <a:chExt cx="302100" cy="673775"/>
          </a:xfrm>
        </p:grpSpPr>
        <p:sp>
          <p:nvSpPr>
            <p:cNvPr id="389" name="Google Shape;389;p21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0" name="Google Shape;390;p21"/>
            <p:cNvCxnSpPr>
              <a:stCxn id="389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21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21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21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21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5" name="Google Shape;395;p21"/>
          <p:cNvGrpSpPr/>
          <p:nvPr/>
        </p:nvGrpSpPr>
        <p:grpSpPr>
          <a:xfrm>
            <a:off x="6962050" y="3161638"/>
            <a:ext cx="302100" cy="673775"/>
            <a:chOff x="867825" y="1453175"/>
            <a:chExt cx="302100" cy="673775"/>
          </a:xfrm>
        </p:grpSpPr>
        <p:sp>
          <p:nvSpPr>
            <p:cNvPr id="396" name="Google Shape;396;p21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7" name="Google Shape;397;p21"/>
            <p:cNvCxnSpPr>
              <a:stCxn id="396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21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21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21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1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21"/>
          <p:cNvSpPr/>
          <p:nvPr/>
        </p:nvSpPr>
        <p:spPr>
          <a:xfrm>
            <a:off x="3596738" y="2058398"/>
            <a:ext cx="2089800" cy="4263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Nhận trả </a:t>
            </a:r>
            <a:r>
              <a:rPr lang="en-GB" sz="1200"/>
              <a:t>sách</a:t>
            </a:r>
            <a:endParaRPr sz="1200"/>
          </a:p>
        </p:txBody>
      </p:sp>
      <p:cxnSp>
        <p:nvCxnSpPr>
          <p:cNvPr id="403" name="Google Shape;403;p21"/>
          <p:cNvCxnSpPr/>
          <p:nvPr/>
        </p:nvCxnSpPr>
        <p:spPr>
          <a:xfrm>
            <a:off x="5686550" y="1757750"/>
            <a:ext cx="1167600" cy="2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21"/>
          <p:cNvCxnSpPr/>
          <p:nvPr/>
        </p:nvCxnSpPr>
        <p:spPr>
          <a:xfrm flipH="1" rot="10800000">
            <a:off x="5686550" y="2150346"/>
            <a:ext cx="1079700" cy="12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21"/>
          <p:cNvCxnSpPr>
            <a:stCxn id="378" idx="6"/>
          </p:cNvCxnSpPr>
          <p:nvPr/>
        </p:nvCxnSpPr>
        <p:spPr>
          <a:xfrm flipH="1" rot="10800000">
            <a:off x="5686450" y="3546495"/>
            <a:ext cx="10857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21"/>
          <p:cNvCxnSpPr/>
          <p:nvPr/>
        </p:nvCxnSpPr>
        <p:spPr>
          <a:xfrm flipH="1" rot="10800000">
            <a:off x="5700972" y="2278425"/>
            <a:ext cx="1028100" cy="5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Google Shape;411;p22"/>
          <p:cNvGraphicFramePr/>
          <p:nvPr/>
        </p:nvGraphicFramePr>
        <p:xfrm>
          <a:off x="2066913" y="4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{98D80974-B0EE-42C4-8C82-956813D929D5}</a:tableStyleId>
              </a:tblPr>
              <a:tblGrid>
                <a:gridCol w="4809450"/>
              </a:tblGrid>
              <a:tr h="404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Hệ thống quản lý dịch vụ công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2" name="Google Shape;412;p22"/>
          <p:cNvSpPr/>
          <p:nvPr/>
        </p:nvSpPr>
        <p:spPr>
          <a:xfrm>
            <a:off x="2801000" y="982300"/>
            <a:ext cx="1226400" cy="4956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Xin cấp căn cước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2865075" y="1724025"/>
            <a:ext cx="1166100" cy="5334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ký kết hôn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2865072" y="2357400"/>
            <a:ext cx="1166100" cy="5625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ký tạm trú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865070" y="3075626"/>
            <a:ext cx="1166100" cy="626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Xin cấp hộ chiếu phổ thông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2876769" y="3874675"/>
            <a:ext cx="1166100" cy="4956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Theo dõi hồ sơ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5243275" y="2995250"/>
            <a:ext cx="1374600" cy="4776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Xử lý hồ sơ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5243275" y="1450100"/>
            <a:ext cx="1493700" cy="5334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Nộp thuế doanh nghiệp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19" name="Google Shape;419;p22"/>
          <p:cNvGrpSpPr/>
          <p:nvPr/>
        </p:nvGrpSpPr>
        <p:grpSpPr>
          <a:xfrm>
            <a:off x="7526350" y="1269550"/>
            <a:ext cx="328500" cy="649350"/>
            <a:chOff x="7678750" y="1117150"/>
            <a:chExt cx="328500" cy="649350"/>
          </a:xfrm>
        </p:grpSpPr>
        <p:sp>
          <p:nvSpPr>
            <p:cNvPr id="420" name="Google Shape;420;p22"/>
            <p:cNvSpPr/>
            <p:nvPr/>
          </p:nvSpPr>
          <p:spPr>
            <a:xfrm>
              <a:off x="7733500" y="1117150"/>
              <a:ext cx="205500" cy="2055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1" name="Google Shape;421;p22"/>
            <p:cNvCxnSpPr>
              <a:stCxn id="420" idx="4"/>
            </p:cNvCxnSpPr>
            <p:nvPr/>
          </p:nvCxnSpPr>
          <p:spPr>
            <a:xfrm flipH="1">
              <a:off x="7829350" y="1322650"/>
              <a:ext cx="6900" cy="246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22"/>
            <p:cNvCxnSpPr/>
            <p:nvPr/>
          </p:nvCxnSpPr>
          <p:spPr>
            <a:xfrm>
              <a:off x="7829350" y="1568650"/>
              <a:ext cx="177900" cy="191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22"/>
            <p:cNvCxnSpPr/>
            <p:nvPr/>
          </p:nvCxnSpPr>
          <p:spPr>
            <a:xfrm flipH="1">
              <a:off x="7678750" y="1562500"/>
              <a:ext cx="150600" cy="204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22"/>
            <p:cNvCxnSpPr/>
            <p:nvPr/>
          </p:nvCxnSpPr>
          <p:spPr>
            <a:xfrm>
              <a:off x="7678775" y="1410300"/>
              <a:ext cx="300900" cy="13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5" name="Google Shape;425;p22"/>
          <p:cNvSpPr txBox="1"/>
          <p:nvPr/>
        </p:nvSpPr>
        <p:spPr>
          <a:xfrm>
            <a:off x="7139389" y="1918900"/>
            <a:ext cx="1094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Doanh nghiệp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26" name="Google Shape;426;p22"/>
          <p:cNvGrpSpPr/>
          <p:nvPr/>
        </p:nvGrpSpPr>
        <p:grpSpPr>
          <a:xfrm>
            <a:off x="852675" y="1497425"/>
            <a:ext cx="328500" cy="649350"/>
            <a:chOff x="7678750" y="1117150"/>
            <a:chExt cx="328500" cy="649350"/>
          </a:xfrm>
        </p:grpSpPr>
        <p:sp>
          <p:nvSpPr>
            <p:cNvPr id="427" name="Google Shape;427;p22"/>
            <p:cNvSpPr/>
            <p:nvPr/>
          </p:nvSpPr>
          <p:spPr>
            <a:xfrm>
              <a:off x="7733500" y="1117150"/>
              <a:ext cx="205500" cy="2055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8" name="Google Shape;428;p22"/>
            <p:cNvCxnSpPr>
              <a:stCxn id="427" idx="4"/>
            </p:cNvCxnSpPr>
            <p:nvPr/>
          </p:nvCxnSpPr>
          <p:spPr>
            <a:xfrm flipH="1">
              <a:off x="7829350" y="1322650"/>
              <a:ext cx="6900" cy="246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22"/>
            <p:cNvCxnSpPr/>
            <p:nvPr/>
          </p:nvCxnSpPr>
          <p:spPr>
            <a:xfrm>
              <a:off x="7829350" y="1568650"/>
              <a:ext cx="177900" cy="191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22"/>
            <p:cNvCxnSpPr/>
            <p:nvPr/>
          </p:nvCxnSpPr>
          <p:spPr>
            <a:xfrm flipH="1">
              <a:off x="7678750" y="1562500"/>
              <a:ext cx="150600" cy="204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22"/>
            <p:cNvCxnSpPr/>
            <p:nvPr/>
          </p:nvCxnSpPr>
          <p:spPr>
            <a:xfrm>
              <a:off x="7678775" y="1410300"/>
              <a:ext cx="300900" cy="13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2" name="Google Shape;432;p22"/>
          <p:cNvSpPr txBox="1"/>
          <p:nvPr/>
        </p:nvSpPr>
        <p:spPr>
          <a:xfrm>
            <a:off x="564375" y="2146775"/>
            <a:ext cx="876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dân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3" name="Google Shape;433;p22"/>
          <p:cNvGrpSpPr/>
          <p:nvPr/>
        </p:nvGrpSpPr>
        <p:grpSpPr>
          <a:xfrm>
            <a:off x="7501573" y="2864300"/>
            <a:ext cx="328500" cy="649350"/>
            <a:chOff x="7678750" y="1117150"/>
            <a:chExt cx="328500" cy="649350"/>
          </a:xfrm>
        </p:grpSpPr>
        <p:sp>
          <p:nvSpPr>
            <p:cNvPr id="434" name="Google Shape;434;p22"/>
            <p:cNvSpPr/>
            <p:nvPr/>
          </p:nvSpPr>
          <p:spPr>
            <a:xfrm>
              <a:off x="7733500" y="1117150"/>
              <a:ext cx="205500" cy="2055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5" name="Google Shape;435;p22"/>
            <p:cNvCxnSpPr>
              <a:stCxn id="434" idx="4"/>
            </p:cNvCxnSpPr>
            <p:nvPr/>
          </p:nvCxnSpPr>
          <p:spPr>
            <a:xfrm flipH="1">
              <a:off x="7829350" y="1322650"/>
              <a:ext cx="6900" cy="246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22"/>
            <p:cNvCxnSpPr/>
            <p:nvPr/>
          </p:nvCxnSpPr>
          <p:spPr>
            <a:xfrm>
              <a:off x="7829350" y="1568650"/>
              <a:ext cx="177900" cy="191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22"/>
            <p:cNvCxnSpPr/>
            <p:nvPr/>
          </p:nvCxnSpPr>
          <p:spPr>
            <a:xfrm flipH="1">
              <a:off x="7678750" y="1562500"/>
              <a:ext cx="150600" cy="204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22"/>
            <p:cNvCxnSpPr/>
            <p:nvPr/>
          </p:nvCxnSpPr>
          <p:spPr>
            <a:xfrm>
              <a:off x="7678775" y="1410300"/>
              <a:ext cx="300900" cy="13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9" name="Google Shape;439;p22"/>
          <p:cNvSpPr txBox="1"/>
          <p:nvPr/>
        </p:nvSpPr>
        <p:spPr>
          <a:xfrm>
            <a:off x="7027749" y="3513650"/>
            <a:ext cx="1242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Cán bộ nhà nước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0" name="Google Shape;440;p22"/>
          <p:cNvCxnSpPr>
            <a:stCxn id="416" idx="2"/>
          </p:cNvCxnSpPr>
          <p:nvPr/>
        </p:nvCxnSpPr>
        <p:spPr>
          <a:xfrm rot="10800000">
            <a:off x="1290669" y="2076475"/>
            <a:ext cx="1586100" cy="204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22"/>
          <p:cNvCxnSpPr>
            <a:stCxn id="415" idx="2"/>
          </p:cNvCxnSpPr>
          <p:nvPr/>
        </p:nvCxnSpPr>
        <p:spPr>
          <a:xfrm rot="10800000">
            <a:off x="1318870" y="1999676"/>
            <a:ext cx="1546200" cy="1389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22"/>
          <p:cNvCxnSpPr>
            <a:stCxn id="414" idx="2"/>
          </p:cNvCxnSpPr>
          <p:nvPr/>
        </p:nvCxnSpPr>
        <p:spPr>
          <a:xfrm rot="10800000">
            <a:off x="1356372" y="1939950"/>
            <a:ext cx="1508700" cy="698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22"/>
          <p:cNvCxnSpPr>
            <a:stCxn id="413" idx="2"/>
          </p:cNvCxnSpPr>
          <p:nvPr/>
        </p:nvCxnSpPr>
        <p:spPr>
          <a:xfrm rot="10800000">
            <a:off x="1371375" y="1812525"/>
            <a:ext cx="1493700" cy="17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22"/>
          <p:cNvCxnSpPr>
            <a:stCxn id="412" idx="2"/>
          </p:cNvCxnSpPr>
          <p:nvPr/>
        </p:nvCxnSpPr>
        <p:spPr>
          <a:xfrm flipH="1">
            <a:off x="1346900" y="1230100"/>
            <a:ext cx="1454100" cy="477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22"/>
          <p:cNvCxnSpPr>
            <a:stCxn id="418" idx="6"/>
          </p:cNvCxnSpPr>
          <p:nvPr/>
        </p:nvCxnSpPr>
        <p:spPr>
          <a:xfrm flipH="1" rot="10800000">
            <a:off x="6736975" y="1700300"/>
            <a:ext cx="779100" cy="16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22"/>
          <p:cNvCxnSpPr>
            <a:stCxn id="417" idx="6"/>
          </p:cNvCxnSpPr>
          <p:nvPr/>
        </p:nvCxnSpPr>
        <p:spPr>
          <a:xfrm>
            <a:off x="6617875" y="3234050"/>
            <a:ext cx="801000" cy="60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3"/>
          <p:cNvSpPr/>
          <p:nvPr/>
        </p:nvSpPr>
        <p:spPr>
          <a:xfrm>
            <a:off x="3121700" y="69325"/>
            <a:ext cx="3777900" cy="495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3"/>
          <p:cNvSpPr/>
          <p:nvPr/>
        </p:nvSpPr>
        <p:spPr>
          <a:xfrm>
            <a:off x="4180483" y="4021450"/>
            <a:ext cx="1621500" cy="39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dụng cụ</a:t>
            </a:r>
            <a:endParaRPr sz="1200"/>
          </a:p>
        </p:txBody>
      </p:sp>
      <p:sp>
        <p:nvSpPr>
          <p:cNvPr id="453" name="Google Shape;453;p23"/>
          <p:cNvSpPr/>
          <p:nvPr/>
        </p:nvSpPr>
        <p:spPr>
          <a:xfrm>
            <a:off x="4134241" y="3476650"/>
            <a:ext cx="1668000" cy="351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thông báo</a:t>
            </a:r>
            <a:endParaRPr sz="1200"/>
          </a:p>
        </p:txBody>
      </p:sp>
      <p:sp>
        <p:nvSpPr>
          <p:cNvPr id="454" name="Google Shape;454;p23"/>
          <p:cNvSpPr txBox="1"/>
          <p:nvPr/>
        </p:nvSpPr>
        <p:spPr>
          <a:xfrm>
            <a:off x="3459625" y="69471"/>
            <a:ext cx="3114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CLB bóng bàn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4206975" y="462227"/>
            <a:ext cx="1519200" cy="420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</a:t>
            </a:r>
            <a:r>
              <a:rPr lang="en-GB" sz="1200"/>
              <a:t>ăng ký hội viên</a:t>
            </a:r>
            <a:endParaRPr sz="1200"/>
          </a:p>
        </p:txBody>
      </p:sp>
      <p:sp>
        <p:nvSpPr>
          <p:cNvPr id="456" name="Google Shape;456;p23"/>
          <p:cNvSpPr/>
          <p:nvPr/>
        </p:nvSpPr>
        <p:spPr>
          <a:xfrm>
            <a:off x="4134286" y="927875"/>
            <a:ext cx="1668000" cy="31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</a:t>
            </a:r>
            <a:r>
              <a:rPr lang="en-GB" sz="1200"/>
              <a:t>ặt sân</a:t>
            </a:r>
            <a:endParaRPr sz="1200"/>
          </a:p>
        </p:txBody>
      </p:sp>
      <p:sp>
        <p:nvSpPr>
          <p:cNvPr id="457" name="Google Shape;457;p23"/>
          <p:cNvSpPr/>
          <p:nvPr/>
        </p:nvSpPr>
        <p:spPr>
          <a:xfrm>
            <a:off x="4139136" y="3044838"/>
            <a:ext cx="1668000" cy="39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Tổ chức giải đấu</a:t>
            </a:r>
            <a:endParaRPr sz="1200"/>
          </a:p>
        </p:txBody>
      </p:sp>
      <p:sp>
        <p:nvSpPr>
          <p:cNvPr id="458" name="Google Shape;458;p23"/>
          <p:cNvSpPr/>
          <p:nvPr/>
        </p:nvSpPr>
        <p:spPr>
          <a:xfrm>
            <a:off x="4137320" y="2536825"/>
            <a:ext cx="1668000" cy="39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huấn luyện viên</a:t>
            </a:r>
            <a:endParaRPr sz="1200"/>
          </a:p>
        </p:txBody>
      </p:sp>
      <p:sp>
        <p:nvSpPr>
          <p:cNvPr id="459" name="Google Shape;459;p23"/>
          <p:cNvSpPr/>
          <p:nvPr/>
        </p:nvSpPr>
        <p:spPr>
          <a:xfrm>
            <a:off x="4139136" y="1411300"/>
            <a:ext cx="1668000" cy="39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X</a:t>
            </a:r>
            <a:r>
              <a:rPr lang="en-GB" sz="1200"/>
              <a:t>ếp hạng hội viên</a:t>
            </a:r>
            <a:endParaRPr sz="1200"/>
          </a:p>
        </p:txBody>
      </p:sp>
      <p:sp>
        <p:nvSpPr>
          <p:cNvPr id="460" name="Google Shape;460;p23"/>
          <p:cNvSpPr/>
          <p:nvPr/>
        </p:nvSpPr>
        <p:spPr>
          <a:xfrm>
            <a:off x="4137231" y="4523875"/>
            <a:ext cx="1668000" cy="39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thu chi</a:t>
            </a:r>
            <a:endParaRPr sz="1200"/>
          </a:p>
        </p:txBody>
      </p:sp>
      <p:sp>
        <p:nvSpPr>
          <p:cNvPr id="461" name="Google Shape;461;p23"/>
          <p:cNvSpPr/>
          <p:nvPr/>
        </p:nvSpPr>
        <p:spPr>
          <a:xfrm>
            <a:off x="4174675" y="1942125"/>
            <a:ext cx="1597200" cy="420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Đă</a:t>
            </a:r>
            <a:r>
              <a:rPr lang="en-GB" sz="1200"/>
              <a:t>ng ký khóa học</a:t>
            </a:r>
            <a:endParaRPr sz="1200"/>
          </a:p>
        </p:txBody>
      </p:sp>
      <p:sp>
        <p:nvSpPr>
          <p:cNvPr id="462" name="Google Shape;462;p23"/>
          <p:cNvSpPr txBox="1"/>
          <p:nvPr/>
        </p:nvSpPr>
        <p:spPr>
          <a:xfrm>
            <a:off x="1668323" y="1867375"/>
            <a:ext cx="979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Hội</a:t>
            </a:r>
            <a:r>
              <a:rPr lang="en-GB" sz="1200">
                <a:solidFill>
                  <a:srgbClr val="595959"/>
                </a:solidFill>
              </a:rPr>
              <a:t> </a:t>
            </a:r>
            <a:r>
              <a:rPr lang="en-GB" sz="1200">
                <a:solidFill>
                  <a:srgbClr val="595959"/>
                </a:solidFill>
              </a:rPr>
              <a:t>V</a:t>
            </a:r>
            <a:r>
              <a:rPr lang="en-GB" sz="1200">
                <a:solidFill>
                  <a:srgbClr val="595959"/>
                </a:solidFill>
              </a:rPr>
              <a:t>iên</a:t>
            </a:r>
            <a:endParaRPr sz="1200">
              <a:solidFill>
                <a:srgbClr val="595959"/>
              </a:solidFill>
            </a:endParaRPr>
          </a:p>
        </p:txBody>
      </p:sp>
      <p:grpSp>
        <p:nvGrpSpPr>
          <p:cNvPr id="463" name="Google Shape;463;p23"/>
          <p:cNvGrpSpPr/>
          <p:nvPr/>
        </p:nvGrpSpPr>
        <p:grpSpPr>
          <a:xfrm>
            <a:off x="2010825" y="1148375"/>
            <a:ext cx="302100" cy="673775"/>
            <a:chOff x="867825" y="1453175"/>
            <a:chExt cx="302100" cy="673775"/>
          </a:xfrm>
        </p:grpSpPr>
        <p:sp>
          <p:nvSpPr>
            <p:cNvPr id="464" name="Google Shape;464;p23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5" name="Google Shape;465;p23"/>
            <p:cNvCxnSpPr>
              <a:stCxn id="464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23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" name="Google Shape;467;p23"/>
            <p:cNvCxnSpPr/>
            <p:nvPr/>
          </p:nvCxnSpPr>
          <p:spPr>
            <a:xfrm flipH="1" rot="10800000">
              <a:off x="1020225" y="16425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8" name="Google Shape;468;p23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23"/>
            <p:cNvCxnSpPr/>
            <p:nvPr/>
          </p:nvCxnSpPr>
          <p:spPr>
            <a:xfrm rot="10800000">
              <a:off x="867825" y="16425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0" name="Google Shape;470;p23"/>
          <p:cNvSpPr txBox="1"/>
          <p:nvPr/>
        </p:nvSpPr>
        <p:spPr>
          <a:xfrm>
            <a:off x="7855148" y="1746650"/>
            <a:ext cx="979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Quản Lý</a:t>
            </a:r>
            <a:endParaRPr sz="1200">
              <a:solidFill>
                <a:srgbClr val="595959"/>
              </a:solidFill>
            </a:endParaRPr>
          </a:p>
        </p:txBody>
      </p:sp>
      <p:grpSp>
        <p:nvGrpSpPr>
          <p:cNvPr id="471" name="Google Shape;471;p23"/>
          <p:cNvGrpSpPr/>
          <p:nvPr/>
        </p:nvGrpSpPr>
        <p:grpSpPr>
          <a:xfrm>
            <a:off x="8197650" y="1027650"/>
            <a:ext cx="302100" cy="673775"/>
            <a:chOff x="867825" y="1453175"/>
            <a:chExt cx="302100" cy="673775"/>
          </a:xfrm>
        </p:grpSpPr>
        <p:sp>
          <p:nvSpPr>
            <p:cNvPr id="472" name="Google Shape;472;p23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3" name="Google Shape;473;p23"/>
            <p:cNvCxnSpPr>
              <a:stCxn id="472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23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23"/>
            <p:cNvCxnSpPr/>
            <p:nvPr/>
          </p:nvCxnSpPr>
          <p:spPr>
            <a:xfrm flipH="1" rot="10800000">
              <a:off x="1020225" y="16425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23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" name="Google Shape;477;p23"/>
            <p:cNvCxnSpPr/>
            <p:nvPr/>
          </p:nvCxnSpPr>
          <p:spPr>
            <a:xfrm rot="10800000">
              <a:off x="867825" y="16425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78" name="Google Shape;478;p23"/>
          <p:cNvCxnSpPr>
            <a:stCxn id="455" idx="6"/>
          </p:cNvCxnSpPr>
          <p:nvPr/>
        </p:nvCxnSpPr>
        <p:spPr>
          <a:xfrm>
            <a:off x="5726175" y="672527"/>
            <a:ext cx="2308500" cy="72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23"/>
          <p:cNvCxnSpPr>
            <a:stCxn id="456" idx="2"/>
          </p:cNvCxnSpPr>
          <p:nvPr/>
        </p:nvCxnSpPr>
        <p:spPr>
          <a:xfrm flipH="1">
            <a:off x="2523886" y="1085975"/>
            <a:ext cx="1610400" cy="42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3"/>
          <p:cNvCxnSpPr>
            <a:stCxn id="461" idx="2"/>
          </p:cNvCxnSpPr>
          <p:nvPr/>
        </p:nvCxnSpPr>
        <p:spPr>
          <a:xfrm rot="10800000">
            <a:off x="2577475" y="1624725"/>
            <a:ext cx="15972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/>
          <p:nvPr/>
        </p:nvSpPr>
        <p:spPr>
          <a:xfrm>
            <a:off x="2208000" y="100000"/>
            <a:ext cx="4521600" cy="476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3570226" y="2511776"/>
            <a:ext cx="1231200" cy="530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người dùng</a:t>
            </a:r>
            <a:endParaRPr sz="1000"/>
          </a:p>
        </p:txBody>
      </p:sp>
      <p:sp>
        <p:nvSpPr>
          <p:cNvPr id="487" name="Google Shape;487;p24"/>
          <p:cNvSpPr/>
          <p:nvPr/>
        </p:nvSpPr>
        <p:spPr>
          <a:xfrm>
            <a:off x="4158083" y="511293"/>
            <a:ext cx="1231200" cy="438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Đổi chỗ ngồi</a:t>
            </a:r>
            <a:endParaRPr sz="1000"/>
          </a:p>
        </p:txBody>
      </p:sp>
      <p:sp>
        <p:nvSpPr>
          <p:cNvPr id="488" name="Google Shape;488;p24"/>
          <p:cNvSpPr/>
          <p:nvPr/>
        </p:nvSpPr>
        <p:spPr>
          <a:xfrm>
            <a:off x="3806999" y="1513862"/>
            <a:ext cx="1194900" cy="482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Đánh giá</a:t>
            </a:r>
            <a:endParaRPr sz="1000"/>
          </a:p>
        </p:txBody>
      </p:sp>
      <p:sp>
        <p:nvSpPr>
          <p:cNvPr id="489" name="Google Shape;489;p24"/>
          <p:cNvSpPr/>
          <p:nvPr/>
        </p:nvSpPr>
        <p:spPr>
          <a:xfrm>
            <a:off x="3227875" y="839977"/>
            <a:ext cx="1126800" cy="482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Đặt </a:t>
            </a:r>
            <a:r>
              <a:rPr lang="en-GB" sz="1000"/>
              <a:t>V</a:t>
            </a:r>
            <a:r>
              <a:rPr lang="en-GB" sz="1000"/>
              <a:t>é</a:t>
            </a:r>
            <a:endParaRPr sz="1000"/>
          </a:p>
        </p:txBody>
      </p:sp>
      <p:sp>
        <p:nvSpPr>
          <p:cNvPr id="490" name="Google Shape;490;p24"/>
          <p:cNvSpPr/>
          <p:nvPr/>
        </p:nvSpPr>
        <p:spPr>
          <a:xfrm>
            <a:off x="5084474" y="2595302"/>
            <a:ext cx="1099200" cy="482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Báo cáo bảo trì</a:t>
            </a:r>
            <a:endParaRPr sz="1000"/>
          </a:p>
        </p:txBody>
      </p:sp>
      <p:sp>
        <p:nvSpPr>
          <p:cNvPr id="491" name="Google Shape;491;p24"/>
          <p:cNvSpPr/>
          <p:nvPr/>
        </p:nvSpPr>
        <p:spPr>
          <a:xfrm>
            <a:off x="5108775" y="3169875"/>
            <a:ext cx="1099200" cy="482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Báo cáo doanh thu</a:t>
            </a:r>
            <a:endParaRPr sz="1000"/>
          </a:p>
        </p:txBody>
      </p:sp>
      <p:sp>
        <p:nvSpPr>
          <p:cNvPr id="492" name="Google Shape;492;p24"/>
          <p:cNvSpPr/>
          <p:nvPr/>
        </p:nvSpPr>
        <p:spPr>
          <a:xfrm>
            <a:off x="3660795" y="3528918"/>
            <a:ext cx="1290600" cy="438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lịch chiếu phim</a:t>
            </a:r>
            <a:endParaRPr sz="1000"/>
          </a:p>
        </p:txBody>
      </p:sp>
      <p:sp>
        <p:nvSpPr>
          <p:cNvPr id="493" name="Google Shape;493;p24"/>
          <p:cNvSpPr/>
          <p:nvPr/>
        </p:nvSpPr>
        <p:spPr>
          <a:xfrm>
            <a:off x="2498384" y="2035018"/>
            <a:ext cx="1290600" cy="438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sự kiện</a:t>
            </a:r>
            <a:endParaRPr sz="1000"/>
          </a:p>
        </p:txBody>
      </p:sp>
      <p:sp>
        <p:nvSpPr>
          <p:cNvPr id="494" name="Google Shape;494;p24"/>
          <p:cNvSpPr/>
          <p:nvPr/>
        </p:nvSpPr>
        <p:spPr>
          <a:xfrm>
            <a:off x="4480665" y="4342504"/>
            <a:ext cx="1231200" cy="438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nhân viên</a:t>
            </a:r>
            <a:endParaRPr sz="1000"/>
          </a:p>
        </p:txBody>
      </p:sp>
      <p:sp>
        <p:nvSpPr>
          <p:cNvPr id="495" name="Google Shape;495;p24"/>
          <p:cNvSpPr/>
          <p:nvPr/>
        </p:nvSpPr>
        <p:spPr>
          <a:xfrm>
            <a:off x="2385216" y="4342509"/>
            <a:ext cx="1498800" cy="438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rạp và phòng chiếu</a:t>
            </a:r>
            <a:endParaRPr sz="1000"/>
          </a:p>
        </p:txBody>
      </p:sp>
      <p:cxnSp>
        <p:nvCxnSpPr>
          <p:cNvPr id="496" name="Google Shape;496;p24"/>
          <p:cNvCxnSpPr>
            <a:endCxn id="489" idx="2"/>
          </p:cNvCxnSpPr>
          <p:nvPr/>
        </p:nvCxnSpPr>
        <p:spPr>
          <a:xfrm flipH="1" rot="10800000">
            <a:off x="1543075" y="1081327"/>
            <a:ext cx="1684800" cy="5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24"/>
          <p:cNvCxnSpPr>
            <a:endCxn id="492" idx="2"/>
          </p:cNvCxnSpPr>
          <p:nvPr/>
        </p:nvCxnSpPr>
        <p:spPr>
          <a:xfrm>
            <a:off x="1340895" y="3220818"/>
            <a:ext cx="2319900" cy="527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24"/>
          <p:cNvCxnSpPr>
            <a:endCxn id="493" idx="3"/>
          </p:cNvCxnSpPr>
          <p:nvPr/>
        </p:nvCxnSpPr>
        <p:spPr>
          <a:xfrm flipH="1" rot="10800000">
            <a:off x="1325988" y="2409387"/>
            <a:ext cx="1361400" cy="58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4"/>
          <p:cNvCxnSpPr>
            <a:endCxn id="494" idx="2"/>
          </p:cNvCxnSpPr>
          <p:nvPr/>
        </p:nvCxnSpPr>
        <p:spPr>
          <a:xfrm>
            <a:off x="1278165" y="3320104"/>
            <a:ext cx="3202500" cy="1241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24"/>
          <p:cNvCxnSpPr>
            <a:endCxn id="495" idx="1"/>
          </p:cNvCxnSpPr>
          <p:nvPr/>
        </p:nvCxnSpPr>
        <p:spPr>
          <a:xfrm>
            <a:off x="1231011" y="3405940"/>
            <a:ext cx="1373700" cy="1000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24"/>
          <p:cNvCxnSpPr>
            <a:stCxn id="491" idx="6"/>
          </p:cNvCxnSpPr>
          <p:nvPr/>
        </p:nvCxnSpPr>
        <p:spPr>
          <a:xfrm>
            <a:off x="6207975" y="3411225"/>
            <a:ext cx="1159800" cy="4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24"/>
          <p:cNvCxnSpPr>
            <a:stCxn id="487" idx="6"/>
          </p:cNvCxnSpPr>
          <p:nvPr/>
        </p:nvCxnSpPr>
        <p:spPr>
          <a:xfrm>
            <a:off x="5389283" y="730593"/>
            <a:ext cx="2143200" cy="31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24"/>
          <p:cNvSpPr txBox="1"/>
          <p:nvPr/>
        </p:nvSpPr>
        <p:spPr>
          <a:xfrm>
            <a:off x="2967250" y="100125"/>
            <a:ext cx="3202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rạp chiếu phim</a:t>
            </a:r>
            <a:endParaRPr b="1">
              <a:solidFill>
                <a:srgbClr val="595959"/>
              </a:solidFill>
            </a:endParaRPr>
          </a:p>
        </p:txBody>
      </p:sp>
      <p:cxnSp>
        <p:nvCxnSpPr>
          <p:cNvPr id="504" name="Google Shape;504;p24"/>
          <p:cNvCxnSpPr>
            <a:endCxn id="488" idx="1"/>
          </p:cNvCxnSpPr>
          <p:nvPr/>
        </p:nvCxnSpPr>
        <p:spPr>
          <a:xfrm>
            <a:off x="1520488" y="1229352"/>
            <a:ext cx="2461500" cy="355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5" name="Google Shape;505;p24"/>
          <p:cNvGrpSpPr/>
          <p:nvPr/>
        </p:nvGrpSpPr>
        <p:grpSpPr>
          <a:xfrm>
            <a:off x="7353214" y="1938168"/>
            <a:ext cx="924101" cy="961161"/>
            <a:chOff x="7402056" y="1986882"/>
            <a:chExt cx="1044300" cy="1218202"/>
          </a:xfrm>
        </p:grpSpPr>
        <p:sp>
          <p:nvSpPr>
            <p:cNvPr id="506" name="Google Shape;506;p24"/>
            <p:cNvSpPr txBox="1"/>
            <p:nvPr/>
          </p:nvSpPr>
          <p:spPr>
            <a:xfrm>
              <a:off x="7402056" y="2856783"/>
              <a:ext cx="10443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</a:rPr>
                <a:t>NV kỹ thuật</a:t>
              </a:r>
              <a:endParaRPr sz="1000">
                <a:solidFill>
                  <a:srgbClr val="595959"/>
                </a:solidFill>
              </a:endParaRPr>
            </a:p>
          </p:txBody>
        </p:sp>
        <p:grpSp>
          <p:nvGrpSpPr>
            <p:cNvPr id="507" name="Google Shape;507;p24"/>
            <p:cNvGrpSpPr/>
            <p:nvPr/>
          </p:nvGrpSpPr>
          <p:grpSpPr>
            <a:xfrm>
              <a:off x="7724225" y="1986882"/>
              <a:ext cx="325500" cy="869889"/>
              <a:chOff x="6962225" y="1986882"/>
              <a:chExt cx="325500" cy="869889"/>
            </a:xfrm>
          </p:grpSpPr>
          <p:sp>
            <p:nvSpPr>
              <p:cNvPr id="508" name="Google Shape;508;p24"/>
              <p:cNvSpPr/>
              <p:nvPr/>
            </p:nvSpPr>
            <p:spPr>
              <a:xfrm>
                <a:off x="7006750" y="1986882"/>
                <a:ext cx="255300" cy="251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9" name="Google Shape;509;p24"/>
              <p:cNvCxnSpPr>
                <a:stCxn id="508" idx="4"/>
              </p:cNvCxnSpPr>
              <p:nvPr/>
            </p:nvCxnSpPr>
            <p:spPr>
              <a:xfrm>
                <a:off x="7134400" y="2238282"/>
                <a:ext cx="0" cy="460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0" name="Google Shape;510;p24"/>
              <p:cNvCxnSpPr/>
              <p:nvPr/>
            </p:nvCxnSpPr>
            <p:spPr>
              <a:xfrm flipH="1">
                <a:off x="6968225" y="2700471"/>
                <a:ext cx="164100" cy="136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24"/>
              <p:cNvCxnSpPr/>
              <p:nvPr/>
            </p:nvCxnSpPr>
            <p:spPr>
              <a:xfrm>
                <a:off x="7138200" y="2700471"/>
                <a:ext cx="134700" cy="156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24"/>
              <p:cNvCxnSpPr/>
              <p:nvPr/>
            </p:nvCxnSpPr>
            <p:spPr>
              <a:xfrm flipH="1">
                <a:off x="6962225" y="2368014"/>
                <a:ext cx="170100" cy="9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" name="Google Shape;513;p24"/>
              <p:cNvCxnSpPr/>
              <p:nvPr/>
            </p:nvCxnSpPr>
            <p:spPr>
              <a:xfrm>
                <a:off x="7132325" y="2368014"/>
                <a:ext cx="155400" cy="7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514" name="Google Shape;514;p24"/>
          <p:cNvCxnSpPr>
            <a:stCxn id="490" idx="6"/>
          </p:cNvCxnSpPr>
          <p:nvPr/>
        </p:nvCxnSpPr>
        <p:spPr>
          <a:xfrm flipH="1" rot="10800000">
            <a:off x="6183674" y="2454752"/>
            <a:ext cx="1274100" cy="38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24"/>
          <p:cNvCxnSpPr>
            <a:endCxn id="486" idx="3"/>
          </p:cNvCxnSpPr>
          <p:nvPr/>
        </p:nvCxnSpPr>
        <p:spPr>
          <a:xfrm flipH="1" rot="10800000">
            <a:off x="1355931" y="2964756"/>
            <a:ext cx="2394600" cy="114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6" name="Google Shape;516;p24"/>
          <p:cNvGrpSpPr/>
          <p:nvPr/>
        </p:nvGrpSpPr>
        <p:grpSpPr>
          <a:xfrm>
            <a:off x="7429148" y="3096135"/>
            <a:ext cx="924037" cy="1052889"/>
            <a:chOff x="7312275" y="3761807"/>
            <a:chExt cx="912900" cy="1218199"/>
          </a:xfrm>
        </p:grpSpPr>
        <p:sp>
          <p:nvSpPr>
            <p:cNvPr id="517" name="Google Shape;517;p24"/>
            <p:cNvSpPr txBox="1"/>
            <p:nvPr/>
          </p:nvSpPr>
          <p:spPr>
            <a:xfrm>
              <a:off x="7312275" y="4631706"/>
              <a:ext cx="9129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</a:rPr>
                <a:t>NV Kế toán</a:t>
              </a:r>
              <a:endParaRPr sz="1000">
                <a:solidFill>
                  <a:srgbClr val="595959"/>
                </a:solidFill>
              </a:endParaRPr>
            </a:p>
          </p:txBody>
        </p:sp>
        <p:grpSp>
          <p:nvGrpSpPr>
            <p:cNvPr id="518" name="Google Shape;518;p24"/>
            <p:cNvGrpSpPr/>
            <p:nvPr/>
          </p:nvGrpSpPr>
          <p:grpSpPr>
            <a:xfrm>
              <a:off x="7528600" y="3761807"/>
              <a:ext cx="325500" cy="869889"/>
              <a:chOff x="6962225" y="1986882"/>
              <a:chExt cx="325500" cy="869889"/>
            </a:xfrm>
          </p:grpSpPr>
          <p:sp>
            <p:nvSpPr>
              <p:cNvPr id="519" name="Google Shape;519;p24"/>
              <p:cNvSpPr/>
              <p:nvPr/>
            </p:nvSpPr>
            <p:spPr>
              <a:xfrm>
                <a:off x="7006750" y="1986882"/>
                <a:ext cx="255300" cy="251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20" name="Google Shape;520;p24"/>
              <p:cNvCxnSpPr>
                <a:stCxn id="519" idx="4"/>
              </p:cNvCxnSpPr>
              <p:nvPr/>
            </p:nvCxnSpPr>
            <p:spPr>
              <a:xfrm>
                <a:off x="7134400" y="2238282"/>
                <a:ext cx="0" cy="460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" name="Google Shape;521;p24"/>
              <p:cNvCxnSpPr/>
              <p:nvPr/>
            </p:nvCxnSpPr>
            <p:spPr>
              <a:xfrm flipH="1">
                <a:off x="6968225" y="2700471"/>
                <a:ext cx="164100" cy="136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24"/>
              <p:cNvCxnSpPr/>
              <p:nvPr/>
            </p:nvCxnSpPr>
            <p:spPr>
              <a:xfrm>
                <a:off x="7138200" y="2700471"/>
                <a:ext cx="134700" cy="156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24"/>
              <p:cNvCxnSpPr/>
              <p:nvPr/>
            </p:nvCxnSpPr>
            <p:spPr>
              <a:xfrm flipH="1">
                <a:off x="6962225" y="2368014"/>
                <a:ext cx="170100" cy="9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4" name="Google Shape;524;p24"/>
              <p:cNvCxnSpPr/>
              <p:nvPr/>
            </p:nvCxnSpPr>
            <p:spPr>
              <a:xfrm>
                <a:off x="7132325" y="2368014"/>
                <a:ext cx="155400" cy="7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5" name="Google Shape;525;p24"/>
          <p:cNvGrpSpPr/>
          <p:nvPr/>
        </p:nvGrpSpPr>
        <p:grpSpPr>
          <a:xfrm>
            <a:off x="7466928" y="586710"/>
            <a:ext cx="691130" cy="1027651"/>
            <a:chOff x="7522230" y="352757"/>
            <a:chExt cx="682800" cy="1188998"/>
          </a:xfrm>
        </p:grpSpPr>
        <p:sp>
          <p:nvSpPr>
            <p:cNvPr id="526" name="Google Shape;526;p24"/>
            <p:cNvSpPr txBox="1"/>
            <p:nvPr/>
          </p:nvSpPr>
          <p:spPr>
            <a:xfrm>
              <a:off x="7522230" y="1193455"/>
              <a:ext cx="6828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</a:rPr>
                <a:t>NV quầy</a:t>
              </a:r>
              <a:endParaRPr sz="1000">
                <a:solidFill>
                  <a:srgbClr val="595959"/>
                </a:solidFill>
              </a:endParaRPr>
            </a:p>
          </p:txBody>
        </p:sp>
        <p:grpSp>
          <p:nvGrpSpPr>
            <p:cNvPr id="527" name="Google Shape;527;p24"/>
            <p:cNvGrpSpPr/>
            <p:nvPr/>
          </p:nvGrpSpPr>
          <p:grpSpPr>
            <a:xfrm>
              <a:off x="7682175" y="352757"/>
              <a:ext cx="325500" cy="869889"/>
              <a:chOff x="6962225" y="1986882"/>
              <a:chExt cx="325500" cy="869889"/>
            </a:xfrm>
          </p:grpSpPr>
          <p:sp>
            <p:nvSpPr>
              <p:cNvPr id="528" name="Google Shape;528;p24"/>
              <p:cNvSpPr/>
              <p:nvPr/>
            </p:nvSpPr>
            <p:spPr>
              <a:xfrm>
                <a:off x="7006750" y="1986882"/>
                <a:ext cx="255300" cy="251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29" name="Google Shape;529;p24"/>
              <p:cNvCxnSpPr>
                <a:stCxn id="528" idx="4"/>
              </p:cNvCxnSpPr>
              <p:nvPr/>
            </p:nvCxnSpPr>
            <p:spPr>
              <a:xfrm>
                <a:off x="7134400" y="2238282"/>
                <a:ext cx="0" cy="460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24"/>
              <p:cNvCxnSpPr/>
              <p:nvPr/>
            </p:nvCxnSpPr>
            <p:spPr>
              <a:xfrm flipH="1">
                <a:off x="6968225" y="2700471"/>
                <a:ext cx="164100" cy="136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24"/>
              <p:cNvCxnSpPr/>
              <p:nvPr/>
            </p:nvCxnSpPr>
            <p:spPr>
              <a:xfrm>
                <a:off x="7138200" y="2700471"/>
                <a:ext cx="134700" cy="156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24"/>
              <p:cNvCxnSpPr/>
              <p:nvPr/>
            </p:nvCxnSpPr>
            <p:spPr>
              <a:xfrm flipH="1">
                <a:off x="6962225" y="2368014"/>
                <a:ext cx="170100" cy="9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24"/>
              <p:cNvCxnSpPr/>
              <p:nvPr/>
            </p:nvCxnSpPr>
            <p:spPr>
              <a:xfrm>
                <a:off x="7132325" y="2368014"/>
                <a:ext cx="155400" cy="7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34" name="Google Shape;534;p24"/>
          <p:cNvGrpSpPr/>
          <p:nvPr/>
        </p:nvGrpSpPr>
        <p:grpSpPr>
          <a:xfrm>
            <a:off x="827591" y="681178"/>
            <a:ext cx="874541" cy="1016584"/>
            <a:chOff x="-22157" y="837157"/>
            <a:chExt cx="864000" cy="1176193"/>
          </a:xfrm>
        </p:grpSpPr>
        <p:sp>
          <p:nvSpPr>
            <p:cNvPr id="535" name="Google Shape;535;p24"/>
            <p:cNvSpPr txBox="1"/>
            <p:nvPr/>
          </p:nvSpPr>
          <p:spPr>
            <a:xfrm>
              <a:off x="-22157" y="1707050"/>
              <a:ext cx="8640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</a:rPr>
                <a:t>Khách hàng</a:t>
              </a:r>
              <a:endParaRPr sz="1000">
                <a:solidFill>
                  <a:srgbClr val="595959"/>
                </a:solidFill>
              </a:endParaRPr>
            </a:p>
          </p:txBody>
        </p:sp>
        <p:grpSp>
          <p:nvGrpSpPr>
            <p:cNvPr id="536" name="Google Shape;536;p24"/>
            <p:cNvGrpSpPr/>
            <p:nvPr/>
          </p:nvGrpSpPr>
          <p:grpSpPr>
            <a:xfrm>
              <a:off x="257625" y="837157"/>
              <a:ext cx="325500" cy="869889"/>
              <a:chOff x="6962225" y="1986882"/>
              <a:chExt cx="325500" cy="869889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7006750" y="1986882"/>
                <a:ext cx="255300" cy="251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38" name="Google Shape;538;p24"/>
              <p:cNvCxnSpPr>
                <a:stCxn id="537" idx="4"/>
              </p:cNvCxnSpPr>
              <p:nvPr/>
            </p:nvCxnSpPr>
            <p:spPr>
              <a:xfrm>
                <a:off x="7134400" y="2238282"/>
                <a:ext cx="0" cy="460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24"/>
              <p:cNvCxnSpPr/>
              <p:nvPr/>
            </p:nvCxnSpPr>
            <p:spPr>
              <a:xfrm flipH="1">
                <a:off x="6968225" y="2700471"/>
                <a:ext cx="164100" cy="136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24"/>
              <p:cNvCxnSpPr/>
              <p:nvPr/>
            </p:nvCxnSpPr>
            <p:spPr>
              <a:xfrm>
                <a:off x="7138200" y="2700471"/>
                <a:ext cx="134700" cy="156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" name="Google Shape;541;p24"/>
              <p:cNvCxnSpPr/>
              <p:nvPr/>
            </p:nvCxnSpPr>
            <p:spPr>
              <a:xfrm flipH="1">
                <a:off x="6962225" y="2368014"/>
                <a:ext cx="170100" cy="9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" name="Google Shape;542;p24"/>
              <p:cNvCxnSpPr/>
              <p:nvPr/>
            </p:nvCxnSpPr>
            <p:spPr>
              <a:xfrm>
                <a:off x="7132325" y="2368014"/>
                <a:ext cx="155400" cy="7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43" name="Google Shape;543;p24"/>
          <p:cNvGrpSpPr/>
          <p:nvPr/>
        </p:nvGrpSpPr>
        <p:grpSpPr>
          <a:xfrm>
            <a:off x="631646" y="2676597"/>
            <a:ext cx="691130" cy="961207"/>
            <a:chOff x="132580" y="2751732"/>
            <a:chExt cx="682800" cy="1192268"/>
          </a:xfrm>
        </p:grpSpPr>
        <p:sp>
          <p:nvSpPr>
            <p:cNvPr id="544" name="Google Shape;544;p24"/>
            <p:cNvSpPr txBox="1"/>
            <p:nvPr/>
          </p:nvSpPr>
          <p:spPr>
            <a:xfrm>
              <a:off x="132580" y="3595700"/>
              <a:ext cx="6828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595959"/>
                  </a:solidFill>
                </a:rPr>
                <a:t>Quản lý</a:t>
              </a:r>
              <a:endParaRPr sz="1000">
                <a:solidFill>
                  <a:srgbClr val="595959"/>
                </a:solidFill>
              </a:endParaRPr>
            </a:p>
          </p:txBody>
        </p:sp>
        <p:grpSp>
          <p:nvGrpSpPr>
            <p:cNvPr id="545" name="Google Shape;545;p24"/>
            <p:cNvGrpSpPr/>
            <p:nvPr/>
          </p:nvGrpSpPr>
          <p:grpSpPr>
            <a:xfrm>
              <a:off x="271125" y="2751732"/>
              <a:ext cx="325500" cy="869889"/>
              <a:chOff x="6962225" y="1986882"/>
              <a:chExt cx="325500" cy="869889"/>
            </a:xfrm>
          </p:grpSpPr>
          <p:sp>
            <p:nvSpPr>
              <p:cNvPr id="546" name="Google Shape;546;p24"/>
              <p:cNvSpPr/>
              <p:nvPr/>
            </p:nvSpPr>
            <p:spPr>
              <a:xfrm>
                <a:off x="7006750" y="1986882"/>
                <a:ext cx="255300" cy="251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47" name="Google Shape;547;p24"/>
              <p:cNvCxnSpPr>
                <a:stCxn id="546" idx="4"/>
              </p:cNvCxnSpPr>
              <p:nvPr/>
            </p:nvCxnSpPr>
            <p:spPr>
              <a:xfrm>
                <a:off x="7134400" y="2238282"/>
                <a:ext cx="0" cy="460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8" name="Google Shape;548;p24"/>
              <p:cNvCxnSpPr/>
              <p:nvPr/>
            </p:nvCxnSpPr>
            <p:spPr>
              <a:xfrm flipH="1">
                <a:off x="6968225" y="2700471"/>
                <a:ext cx="164100" cy="136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" name="Google Shape;549;p24"/>
              <p:cNvCxnSpPr/>
              <p:nvPr/>
            </p:nvCxnSpPr>
            <p:spPr>
              <a:xfrm>
                <a:off x="7138200" y="2700471"/>
                <a:ext cx="134700" cy="156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24"/>
              <p:cNvCxnSpPr/>
              <p:nvPr/>
            </p:nvCxnSpPr>
            <p:spPr>
              <a:xfrm flipH="1">
                <a:off x="6962225" y="2368014"/>
                <a:ext cx="170100" cy="9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" name="Google Shape;551;p24"/>
              <p:cNvCxnSpPr/>
              <p:nvPr/>
            </p:nvCxnSpPr>
            <p:spPr>
              <a:xfrm>
                <a:off x="7132325" y="2368014"/>
                <a:ext cx="155400" cy="7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52" name="Google Shape;552;p24"/>
          <p:cNvSpPr/>
          <p:nvPr/>
        </p:nvSpPr>
        <p:spPr>
          <a:xfrm>
            <a:off x="4828075" y="1098525"/>
            <a:ext cx="1231200" cy="482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Bán</a:t>
            </a:r>
            <a:r>
              <a:rPr lang="en-GB" sz="1000"/>
              <a:t> </a:t>
            </a:r>
            <a:r>
              <a:rPr lang="en-GB" sz="1000"/>
              <a:t>V</a:t>
            </a:r>
            <a:r>
              <a:rPr lang="en-GB" sz="1000"/>
              <a:t>é</a:t>
            </a:r>
            <a:endParaRPr sz="1000"/>
          </a:p>
        </p:txBody>
      </p:sp>
      <p:cxnSp>
        <p:nvCxnSpPr>
          <p:cNvPr id="553" name="Google Shape;553;p24"/>
          <p:cNvCxnSpPr>
            <a:stCxn id="552" idx="6"/>
          </p:cNvCxnSpPr>
          <p:nvPr/>
        </p:nvCxnSpPr>
        <p:spPr>
          <a:xfrm flipH="1" rot="10800000">
            <a:off x="6059275" y="1131975"/>
            <a:ext cx="1480800" cy="2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5"/>
          <p:cNvSpPr/>
          <p:nvPr/>
        </p:nvSpPr>
        <p:spPr>
          <a:xfrm>
            <a:off x="2658525" y="342575"/>
            <a:ext cx="4074300" cy="43614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3214300" y="855513"/>
            <a:ext cx="1156200" cy="575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Đăng ký phòng</a:t>
            </a:r>
            <a:endParaRPr sz="1100"/>
          </a:p>
        </p:txBody>
      </p:sp>
      <p:sp>
        <p:nvSpPr>
          <p:cNvPr id="560" name="Google Shape;560;p25"/>
          <p:cNvSpPr/>
          <p:nvPr/>
        </p:nvSpPr>
        <p:spPr>
          <a:xfrm>
            <a:off x="4984200" y="1625675"/>
            <a:ext cx="1087800" cy="575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Xử lý đơn</a:t>
            </a:r>
            <a:endParaRPr sz="1100"/>
          </a:p>
        </p:txBody>
      </p:sp>
      <p:sp>
        <p:nvSpPr>
          <p:cNvPr id="561" name="Google Shape;561;p25"/>
          <p:cNvSpPr/>
          <p:nvPr/>
        </p:nvSpPr>
        <p:spPr>
          <a:xfrm>
            <a:off x="3188511" y="3227081"/>
            <a:ext cx="1207800" cy="641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Yêu cầu sửa chữa</a:t>
            </a:r>
            <a:endParaRPr sz="1100"/>
          </a:p>
        </p:txBody>
      </p:sp>
      <p:sp>
        <p:nvSpPr>
          <p:cNvPr id="562" name="Google Shape;562;p25"/>
          <p:cNvSpPr/>
          <p:nvPr/>
        </p:nvSpPr>
        <p:spPr>
          <a:xfrm>
            <a:off x="5030675" y="2394675"/>
            <a:ext cx="1087800" cy="575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Xử lý</a:t>
            </a:r>
            <a:r>
              <a:rPr lang="en-GB" sz="1100"/>
              <a:t> vi phạm</a:t>
            </a:r>
            <a:endParaRPr sz="1100"/>
          </a:p>
        </p:txBody>
      </p:sp>
      <p:sp>
        <p:nvSpPr>
          <p:cNvPr id="563" name="Google Shape;563;p25"/>
          <p:cNvSpPr/>
          <p:nvPr/>
        </p:nvSpPr>
        <p:spPr>
          <a:xfrm>
            <a:off x="3214275" y="2386825"/>
            <a:ext cx="1156200" cy="641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Thanh toán hoá đơn</a:t>
            </a:r>
            <a:endParaRPr sz="1100"/>
          </a:p>
        </p:txBody>
      </p:sp>
      <p:sp>
        <p:nvSpPr>
          <p:cNvPr id="564" name="Google Shape;564;p25"/>
          <p:cNvSpPr/>
          <p:nvPr/>
        </p:nvSpPr>
        <p:spPr>
          <a:xfrm>
            <a:off x="4984200" y="4090125"/>
            <a:ext cx="1156200" cy="479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Gửi thông báo</a:t>
            </a:r>
            <a:endParaRPr sz="1100"/>
          </a:p>
        </p:txBody>
      </p:sp>
      <p:sp>
        <p:nvSpPr>
          <p:cNvPr id="565" name="Google Shape;565;p25"/>
          <p:cNvSpPr/>
          <p:nvPr/>
        </p:nvSpPr>
        <p:spPr>
          <a:xfrm>
            <a:off x="5030675" y="3290088"/>
            <a:ext cx="1087800" cy="575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Quản lý tài khoản</a:t>
            </a:r>
            <a:endParaRPr sz="1100"/>
          </a:p>
        </p:txBody>
      </p:sp>
      <p:sp>
        <p:nvSpPr>
          <p:cNvPr id="566" name="Google Shape;566;p25"/>
          <p:cNvSpPr/>
          <p:nvPr/>
        </p:nvSpPr>
        <p:spPr>
          <a:xfrm>
            <a:off x="3214280" y="1625666"/>
            <a:ext cx="1156200" cy="641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Gửi đơn</a:t>
            </a:r>
            <a:r>
              <a:rPr lang="en-GB" sz="1100"/>
              <a:t> đổi phòng</a:t>
            </a:r>
            <a:endParaRPr sz="1100"/>
          </a:p>
        </p:txBody>
      </p:sp>
      <p:sp>
        <p:nvSpPr>
          <p:cNvPr id="567" name="Google Shape;567;p25"/>
          <p:cNvSpPr/>
          <p:nvPr/>
        </p:nvSpPr>
        <p:spPr>
          <a:xfrm>
            <a:off x="1537662" y="1980250"/>
            <a:ext cx="153900" cy="163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8" name="Google Shape;568;p25"/>
          <p:cNvCxnSpPr>
            <a:stCxn id="567" idx="4"/>
          </p:cNvCxnSpPr>
          <p:nvPr/>
        </p:nvCxnSpPr>
        <p:spPr>
          <a:xfrm>
            <a:off x="1614612" y="2144050"/>
            <a:ext cx="5100" cy="242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25"/>
          <p:cNvCxnSpPr/>
          <p:nvPr/>
        </p:nvCxnSpPr>
        <p:spPr>
          <a:xfrm flipH="1">
            <a:off x="1445631" y="2386629"/>
            <a:ext cx="176700" cy="188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25"/>
          <p:cNvCxnSpPr/>
          <p:nvPr/>
        </p:nvCxnSpPr>
        <p:spPr>
          <a:xfrm>
            <a:off x="1622331" y="2386629"/>
            <a:ext cx="191100" cy="179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25"/>
          <p:cNvCxnSpPr/>
          <p:nvPr/>
        </p:nvCxnSpPr>
        <p:spPr>
          <a:xfrm>
            <a:off x="1488026" y="2243412"/>
            <a:ext cx="25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25"/>
          <p:cNvSpPr txBox="1"/>
          <p:nvPr/>
        </p:nvSpPr>
        <p:spPr>
          <a:xfrm>
            <a:off x="3593900" y="342575"/>
            <a:ext cx="21315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</a:t>
            </a:r>
            <a:r>
              <a:rPr b="1" lang="en-GB">
                <a:solidFill>
                  <a:srgbClr val="595959"/>
                </a:solidFill>
              </a:rPr>
              <a:t>KTX</a:t>
            </a:r>
            <a:endParaRPr b="1">
              <a:solidFill>
                <a:srgbClr val="595959"/>
              </a:solidFill>
            </a:endParaRPr>
          </a:p>
        </p:txBody>
      </p:sp>
      <p:cxnSp>
        <p:nvCxnSpPr>
          <p:cNvPr id="573" name="Google Shape;573;p25"/>
          <p:cNvCxnSpPr/>
          <p:nvPr/>
        </p:nvCxnSpPr>
        <p:spPr>
          <a:xfrm flipH="1" rot="10800000">
            <a:off x="1872400" y="1946525"/>
            <a:ext cx="1341900" cy="406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25"/>
          <p:cNvCxnSpPr>
            <a:stCxn id="560" idx="6"/>
          </p:cNvCxnSpPr>
          <p:nvPr/>
        </p:nvCxnSpPr>
        <p:spPr>
          <a:xfrm>
            <a:off x="6072000" y="1913525"/>
            <a:ext cx="1520700" cy="6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25"/>
          <p:cNvCxnSpPr>
            <a:stCxn id="562" idx="6"/>
          </p:cNvCxnSpPr>
          <p:nvPr/>
        </p:nvCxnSpPr>
        <p:spPr>
          <a:xfrm flipH="1" rot="10800000">
            <a:off x="6118475" y="2053425"/>
            <a:ext cx="1451400" cy="629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25"/>
          <p:cNvSpPr txBox="1"/>
          <p:nvPr/>
        </p:nvSpPr>
        <p:spPr>
          <a:xfrm>
            <a:off x="1197749" y="2551525"/>
            <a:ext cx="852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Sinh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577" name="Google Shape;577;p25"/>
          <p:cNvSpPr txBox="1"/>
          <p:nvPr/>
        </p:nvSpPr>
        <p:spPr>
          <a:xfrm>
            <a:off x="7532834" y="2227900"/>
            <a:ext cx="698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95959"/>
                </a:solidFill>
              </a:rPr>
              <a:t>Quản lý</a:t>
            </a:r>
            <a:endParaRPr sz="1100">
              <a:solidFill>
                <a:srgbClr val="595959"/>
              </a:solidFill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4984200" y="922675"/>
            <a:ext cx="1087800" cy="5757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Quản lý </a:t>
            </a:r>
            <a:r>
              <a:rPr lang="en-GB" sz="1100"/>
              <a:t>phí dịch vụ</a:t>
            </a:r>
            <a:endParaRPr sz="1100"/>
          </a:p>
        </p:txBody>
      </p:sp>
      <p:cxnSp>
        <p:nvCxnSpPr>
          <p:cNvPr id="579" name="Google Shape;579;p25"/>
          <p:cNvCxnSpPr>
            <a:endCxn id="564" idx="7"/>
          </p:cNvCxnSpPr>
          <p:nvPr/>
        </p:nvCxnSpPr>
        <p:spPr>
          <a:xfrm flipH="1">
            <a:off x="5971078" y="2158388"/>
            <a:ext cx="1606200" cy="200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25"/>
          <p:cNvCxnSpPr/>
          <p:nvPr/>
        </p:nvCxnSpPr>
        <p:spPr>
          <a:xfrm flipH="1">
            <a:off x="1890400" y="1143375"/>
            <a:ext cx="1323900" cy="10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25"/>
          <p:cNvSpPr/>
          <p:nvPr/>
        </p:nvSpPr>
        <p:spPr>
          <a:xfrm>
            <a:off x="7787487" y="1672300"/>
            <a:ext cx="153900" cy="163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2" name="Google Shape;582;p25"/>
          <p:cNvCxnSpPr>
            <a:stCxn id="581" idx="4"/>
          </p:cNvCxnSpPr>
          <p:nvPr/>
        </p:nvCxnSpPr>
        <p:spPr>
          <a:xfrm>
            <a:off x="7864437" y="1836100"/>
            <a:ext cx="5100" cy="242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25"/>
          <p:cNvCxnSpPr/>
          <p:nvPr/>
        </p:nvCxnSpPr>
        <p:spPr>
          <a:xfrm flipH="1">
            <a:off x="7695456" y="2078679"/>
            <a:ext cx="176700" cy="188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25"/>
          <p:cNvCxnSpPr/>
          <p:nvPr/>
        </p:nvCxnSpPr>
        <p:spPr>
          <a:xfrm>
            <a:off x="7872156" y="2078679"/>
            <a:ext cx="191100" cy="179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25"/>
          <p:cNvCxnSpPr/>
          <p:nvPr/>
        </p:nvCxnSpPr>
        <p:spPr>
          <a:xfrm>
            <a:off x="7737851" y="1935462"/>
            <a:ext cx="25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"/>
          <p:cNvSpPr/>
          <p:nvPr/>
        </p:nvSpPr>
        <p:spPr>
          <a:xfrm>
            <a:off x="2470050" y="155325"/>
            <a:ext cx="3990300" cy="484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6"/>
          <p:cNvSpPr/>
          <p:nvPr/>
        </p:nvSpPr>
        <p:spPr>
          <a:xfrm>
            <a:off x="4529563" y="716875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ký hội viên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2963325" y="4263331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Thanh toán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4385053" y="3095056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Phản hồi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3114419" y="3560044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Thuê dịch vụ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4262974" y="2450851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ký Khóa học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3038228" y="1197306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ký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giải đấu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3794025" y="1875033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Đặt Sân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4613650" y="1423009"/>
            <a:ext cx="1311000" cy="492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Quản lý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Tài nguyên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26"/>
          <p:cNvSpPr txBox="1"/>
          <p:nvPr/>
        </p:nvSpPr>
        <p:spPr>
          <a:xfrm>
            <a:off x="3114425" y="194900"/>
            <a:ext cx="28503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</a:t>
            </a:r>
            <a:r>
              <a:rPr b="1" lang="en-GB">
                <a:solidFill>
                  <a:srgbClr val="595959"/>
                </a:solidFill>
              </a:rPr>
              <a:t>uản lý sân Pickleball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1289100" y="1848856"/>
            <a:ext cx="204100" cy="189841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1" name="Google Shape;601;p26"/>
          <p:cNvCxnSpPr/>
          <p:nvPr/>
        </p:nvCxnSpPr>
        <p:spPr>
          <a:xfrm>
            <a:off x="1389796" y="2041488"/>
            <a:ext cx="7465" cy="35445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26"/>
          <p:cNvCxnSpPr/>
          <p:nvPr/>
        </p:nvCxnSpPr>
        <p:spPr>
          <a:xfrm flipH="1">
            <a:off x="1228664" y="2127517"/>
            <a:ext cx="331185" cy="6097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26"/>
          <p:cNvCxnSpPr/>
          <p:nvPr/>
        </p:nvCxnSpPr>
        <p:spPr>
          <a:xfrm rot="10800000">
            <a:off x="1409232" y="2395824"/>
            <a:ext cx="204100" cy="190011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26"/>
          <p:cNvCxnSpPr/>
          <p:nvPr/>
        </p:nvCxnSpPr>
        <p:spPr>
          <a:xfrm flipH="1" rot="10800000">
            <a:off x="1185695" y="2398731"/>
            <a:ext cx="204100" cy="190011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26"/>
          <p:cNvSpPr txBox="1"/>
          <p:nvPr/>
        </p:nvSpPr>
        <p:spPr>
          <a:xfrm>
            <a:off x="862311" y="2556776"/>
            <a:ext cx="1062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885450" y="4194500"/>
            <a:ext cx="1117800" cy="486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&lt;&lt;Tác nhân&gt;&gt;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Ngân hàng</a:t>
            </a:r>
            <a:endParaRPr sz="1200"/>
          </a:p>
        </p:txBody>
      </p:sp>
      <p:sp>
        <p:nvSpPr>
          <p:cNvPr id="607" name="Google Shape;607;p26"/>
          <p:cNvSpPr/>
          <p:nvPr/>
        </p:nvSpPr>
        <p:spPr>
          <a:xfrm>
            <a:off x="7405900" y="1662368"/>
            <a:ext cx="204100" cy="189841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8" name="Google Shape;608;p26"/>
          <p:cNvCxnSpPr/>
          <p:nvPr/>
        </p:nvCxnSpPr>
        <p:spPr>
          <a:xfrm>
            <a:off x="7506596" y="1855000"/>
            <a:ext cx="7465" cy="35445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26"/>
          <p:cNvCxnSpPr/>
          <p:nvPr/>
        </p:nvCxnSpPr>
        <p:spPr>
          <a:xfrm flipH="1">
            <a:off x="7345464" y="1941030"/>
            <a:ext cx="331185" cy="6097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26"/>
          <p:cNvCxnSpPr/>
          <p:nvPr/>
        </p:nvCxnSpPr>
        <p:spPr>
          <a:xfrm rot="10800000">
            <a:off x="7526032" y="2209337"/>
            <a:ext cx="204100" cy="190011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26"/>
          <p:cNvCxnSpPr/>
          <p:nvPr/>
        </p:nvCxnSpPr>
        <p:spPr>
          <a:xfrm flipH="1" rot="10800000">
            <a:off x="7302495" y="2212244"/>
            <a:ext cx="204100" cy="190011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/>
        </p:nvSpPr>
        <p:spPr>
          <a:xfrm>
            <a:off x="6979111" y="2370289"/>
            <a:ext cx="1062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Chủ Sân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613" name="Google Shape;613;p26"/>
          <p:cNvCxnSpPr>
            <a:endCxn id="592" idx="1"/>
          </p:cNvCxnSpPr>
          <p:nvPr/>
        </p:nvCxnSpPr>
        <p:spPr>
          <a:xfrm>
            <a:off x="1700316" y="2307427"/>
            <a:ext cx="1455000" cy="20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26"/>
          <p:cNvCxnSpPr>
            <a:stCxn id="594" idx="1"/>
          </p:cNvCxnSpPr>
          <p:nvPr/>
        </p:nvCxnSpPr>
        <p:spPr>
          <a:xfrm rot="10800000">
            <a:off x="1789910" y="2285139"/>
            <a:ext cx="1516500" cy="134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26"/>
          <p:cNvCxnSpPr>
            <a:stCxn id="593" idx="1"/>
          </p:cNvCxnSpPr>
          <p:nvPr/>
        </p:nvCxnSpPr>
        <p:spPr>
          <a:xfrm rot="10800000">
            <a:off x="1820044" y="2202651"/>
            <a:ext cx="2757000" cy="9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26"/>
          <p:cNvCxnSpPr>
            <a:stCxn id="595" idx="2"/>
          </p:cNvCxnSpPr>
          <p:nvPr/>
        </p:nvCxnSpPr>
        <p:spPr>
          <a:xfrm rot="10800000">
            <a:off x="1812574" y="2097901"/>
            <a:ext cx="2450400" cy="5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26"/>
          <p:cNvCxnSpPr>
            <a:stCxn id="597" idx="2"/>
          </p:cNvCxnSpPr>
          <p:nvPr/>
        </p:nvCxnSpPr>
        <p:spPr>
          <a:xfrm rot="10800000">
            <a:off x="1835025" y="2030583"/>
            <a:ext cx="1959000" cy="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26"/>
          <p:cNvCxnSpPr>
            <a:stCxn id="596" idx="2"/>
          </p:cNvCxnSpPr>
          <p:nvPr/>
        </p:nvCxnSpPr>
        <p:spPr>
          <a:xfrm flipH="1">
            <a:off x="1730228" y="1443456"/>
            <a:ext cx="1308000" cy="5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26"/>
          <p:cNvCxnSpPr>
            <a:stCxn id="598" idx="5"/>
          </p:cNvCxnSpPr>
          <p:nvPr/>
        </p:nvCxnSpPr>
        <p:spPr>
          <a:xfrm>
            <a:off x="5732659" y="1843213"/>
            <a:ext cx="150030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6"/>
          <p:cNvCxnSpPr>
            <a:stCxn id="591" idx="6"/>
          </p:cNvCxnSpPr>
          <p:nvPr/>
        </p:nvCxnSpPr>
        <p:spPr>
          <a:xfrm>
            <a:off x="5840563" y="963025"/>
            <a:ext cx="1347600" cy="97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6"/>
          <p:cNvCxnSpPr>
            <a:stCxn id="606" idx="3"/>
            <a:endCxn id="592" idx="2"/>
          </p:cNvCxnSpPr>
          <p:nvPr/>
        </p:nvCxnSpPr>
        <p:spPr>
          <a:xfrm>
            <a:off x="2003250" y="4437650"/>
            <a:ext cx="960000" cy="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"/>
          <p:cNvSpPr/>
          <p:nvPr/>
        </p:nvSpPr>
        <p:spPr>
          <a:xfrm>
            <a:off x="2688975" y="123900"/>
            <a:ext cx="3993600" cy="49026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Hệ thống quản lý garage ô tô</a:t>
            </a:r>
            <a:endParaRPr b="1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3961525" y="454964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Đặt lịch hẹn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3961525" y="3285640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Tiếp nhận</a:t>
            </a:r>
            <a:r>
              <a:rPr lang="en-GB" sz="1000"/>
              <a:t>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3961525" y="2719505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Lập và xác nhận báo giá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7"/>
          <p:cNvSpPr/>
          <p:nvPr/>
        </p:nvSpPr>
        <p:spPr>
          <a:xfrm>
            <a:off x="3961525" y="3851776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sửa chữa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7"/>
          <p:cNvSpPr/>
          <p:nvPr/>
        </p:nvSpPr>
        <p:spPr>
          <a:xfrm>
            <a:off x="3961525" y="4417912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kho linh kiện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7"/>
          <p:cNvSpPr/>
          <p:nvPr/>
        </p:nvSpPr>
        <p:spPr>
          <a:xfrm>
            <a:off x="3428125" y="1021099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/>
              <a:t>Thanh toán Hóa đơn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7"/>
          <p:cNvSpPr/>
          <p:nvPr/>
        </p:nvSpPr>
        <p:spPr>
          <a:xfrm>
            <a:off x="3961525" y="1587235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Xử lý khiếu nại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27"/>
          <p:cNvCxnSpPr/>
          <p:nvPr/>
        </p:nvCxnSpPr>
        <p:spPr>
          <a:xfrm flipH="1" rot="10800000">
            <a:off x="2074550" y="707100"/>
            <a:ext cx="1887000" cy="35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5" name="Google Shape;635;p27"/>
          <p:cNvCxnSpPr>
            <a:endCxn id="632" idx="2"/>
          </p:cNvCxnSpPr>
          <p:nvPr/>
        </p:nvCxnSpPr>
        <p:spPr>
          <a:xfrm>
            <a:off x="2104525" y="1176949"/>
            <a:ext cx="1323600" cy="96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6" name="Google Shape;636;p27"/>
          <p:cNvCxnSpPr/>
          <p:nvPr/>
        </p:nvCxnSpPr>
        <p:spPr>
          <a:xfrm>
            <a:off x="2171875" y="3797400"/>
            <a:ext cx="1782900" cy="306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7" name="Google Shape;637;p27"/>
          <p:cNvCxnSpPr>
            <a:stCxn id="631" idx="6"/>
          </p:cNvCxnSpPr>
          <p:nvPr/>
        </p:nvCxnSpPr>
        <p:spPr>
          <a:xfrm flipH="1" rot="10800000">
            <a:off x="5218825" y="4047562"/>
            <a:ext cx="2091900" cy="622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8" name="Google Shape;638;p27"/>
          <p:cNvCxnSpPr>
            <a:endCxn id="639" idx="2"/>
          </p:cNvCxnSpPr>
          <p:nvPr/>
        </p:nvCxnSpPr>
        <p:spPr>
          <a:xfrm>
            <a:off x="2127025" y="2367420"/>
            <a:ext cx="1834500" cy="3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0" name="Google Shape;640;p27"/>
          <p:cNvCxnSpPr>
            <a:endCxn id="628" idx="2"/>
          </p:cNvCxnSpPr>
          <p:nvPr/>
        </p:nvCxnSpPr>
        <p:spPr>
          <a:xfrm>
            <a:off x="2127025" y="2494690"/>
            <a:ext cx="1834500" cy="1043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1" name="Google Shape;641;p27"/>
          <p:cNvCxnSpPr/>
          <p:nvPr/>
        </p:nvCxnSpPr>
        <p:spPr>
          <a:xfrm>
            <a:off x="2149425" y="2434800"/>
            <a:ext cx="1809600" cy="536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2" name="Google Shape;642;p27"/>
          <p:cNvSpPr txBox="1"/>
          <p:nvPr/>
        </p:nvSpPr>
        <p:spPr>
          <a:xfrm>
            <a:off x="1295125" y="1336726"/>
            <a:ext cx="92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Khách hàng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3961525" y="2153370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Bàn giao xe</a:t>
            </a:r>
            <a:endParaRPr sz="1100"/>
          </a:p>
        </p:txBody>
      </p:sp>
      <p:cxnSp>
        <p:nvCxnSpPr>
          <p:cNvPr id="643" name="Google Shape;643;p27"/>
          <p:cNvCxnSpPr>
            <a:endCxn id="633" idx="2"/>
          </p:cNvCxnSpPr>
          <p:nvPr/>
        </p:nvCxnSpPr>
        <p:spPr>
          <a:xfrm flipH="1" rot="10800000">
            <a:off x="2112025" y="1839385"/>
            <a:ext cx="1849500" cy="48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44" name="Google Shape;644;p27"/>
          <p:cNvGrpSpPr/>
          <p:nvPr/>
        </p:nvGrpSpPr>
        <p:grpSpPr>
          <a:xfrm>
            <a:off x="1607075" y="624351"/>
            <a:ext cx="302100" cy="673775"/>
            <a:chOff x="867825" y="1453175"/>
            <a:chExt cx="302100" cy="673775"/>
          </a:xfrm>
        </p:grpSpPr>
        <p:sp>
          <p:nvSpPr>
            <p:cNvPr id="645" name="Google Shape;645;p27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46" name="Google Shape;646;p27"/>
            <p:cNvCxnSpPr>
              <a:stCxn id="645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27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27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27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27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1" name="Google Shape;651;p27"/>
          <p:cNvSpPr txBox="1"/>
          <p:nvPr/>
        </p:nvSpPr>
        <p:spPr>
          <a:xfrm>
            <a:off x="1295125" y="2632126"/>
            <a:ext cx="92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Lễ tân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2" name="Google Shape;652;p27"/>
          <p:cNvGrpSpPr/>
          <p:nvPr/>
        </p:nvGrpSpPr>
        <p:grpSpPr>
          <a:xfrm>
            <a:off x="1607075" y="1919751"/>
            <a:ext cx="302100" cy="673775"/>
            <a:chOff x="867825" y="1453175"/>
            <a:chExt cx="302100" cy="673775"/>
          </a:xfrm>
        </p:grpSpPr>
        <p:sp>
          <p:nvSpPr>
            <p:cNvPr id="653" name="Google Shape;653;p27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54" name="Google Shape;654;p27"/>
            <p:cNvCxnSpPr>
              <a:stCxn id="653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27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27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27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27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9" name="Google Shape;659;p27"/>
          <p:cNvSpPr txBox="1"/>
          <p:nvPr/>
        </p:nvSpPr>
        <p:spPr>
          <a:xfrm>
            <a:off x="1295125" y="4003726"/>
            <a:ext cx="92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NV Kỹ thuật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60" name="Google Shape;660;p27"/>
          <p:cNvGrpSpPr/>
          <p:nvPr/>
        </p:nvGrpSpPr>
        <p:grpSpPr>
          <a:xfrm>
            <a:off x="1607075" y="3291351"/>
            <a:ext cx="302100" cy="673775"/>
            <a:chOff x="867825" y="1453175"/>
            <a:chExt cx="302100" cy="673775"/>
          </a:xfrm>
        </p:grpSpPr>
        <p:sp>
          <p:nvSpPr>
            <p:cNvPr id="661" name="Google Shape;661;p27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62" name="Google Shape;662;p27"/>
            <p:cNvCxnSpPr>
              <a:stCxn id="661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p27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p27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27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27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7" name="Google Shape;667;p27"/>
          <p:cNvSpPr txBox="1"/>
          <p:nvPr/>
        </p:nvSpPr>
        <p:spPr>
          <a:xfrm>
            <a:off x="7100125" y="2144864"/>
            <a:ext cx="92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Kế toán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68" name="Google Shape;668;p27"/>
          <p:cNvGrpSpPr/>
          <p:nvPr/>
        </p:nvGrpSpPr>
        <p:grpSpPr>
          <a:xfrm>
            <a:off x="7412075" y="1432489"/>
            <a:ext cx="302100" cy="673775"/>
            <a:chOff x="867825" y="1453175"/>
            <a:chExt cx="302100" cy="673775"/>
          </a:xfrm>
        </p:grpSpPr>
        <p:sp>
          <p:nvSpPr>
            <p:cNvPr id="669" name="Google Shape;669;p27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70" name="Google Shape;670;p27"/>
            <p:cNvCxnSpPr>
              <a:stCxn id="669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27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27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27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27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5" name="Google Shape;675;p27"/>
          <p:cNvSpPr txBox="1"/>
          <p:nvPr/>
        </p:nvSpPr>
        <p:spPr>
          <a:xfrm>
            <a:off x="7051225" y="4271014"/>
            <a:ext cx="927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QL Phụ tùng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76" name="Google Shape;676;p27"/>
          <p:cNvGrpSpPr/>
          <p:nvPr/>
        </p:nvGrpSpPr>
        <p:grpSpPr>
          <a:xfrm>
            <a:off x="7363175" y="3558639"/>
            <a:ext cx="302100" cy="673775"/>
            <a:chOff x="867825" y="1453175"/>
            <a:chExt cx="302100" cy="673775"/>
          </a:xfrm>
        </p:grpSpPr>
        <p:sp>
          <p:nvSpPr>
            <p:cNvPr id="677" name="Google Shape;677;p27"/>
            <p:cNvSpPr/>
            <p:nvPr/>
          </p:nvSpPr>
          <p:spPr>
            <a:xfrm>
              <a:off x="937875" y="1453175"/>
              <a:ext cx="164700" cy="164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78" name="Google Shape;678;p27"/>
            <p:cNvCxnSpPr>
              <a:stCxn id="677" idx="4"/>
            </p:cNvCxnSpPr>
            <p:nvPr/>
          </p:nvCxnSpPr>
          <p:spPr>
            <a:xfrm>
              <a:off x="1020225" y="1617875"/>
              <a:ext cx="0" cy="36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27"/>
            <p:cNvCxnSpPr/>
            <p:nvPr/>
          </p:nvCxnSpPr>
          <p:spPr>
            <a:xfrm>
              <a:off x="10202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27"/>
            <p:cNvCxnSpPr/>
            <p:nvPr/>
          </p:nvCxnSpPr>
          <p:spPr>
            <a:xfrm>
              <a:off x="10202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27"/>
            <p:cNvCxnSpPr/>
            <p:nvPr/>
          </p:nvCxnSpPr>
          <p:spPr>
            <a:xfrm flipH="1">
              <a:off x="867825" y="1977250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27"/>
            <p:cNvCxnSpPr/>
            <p:nvPr/>
          </p:nvCxnSpPr>
          <p:spPr>
            <a:xfrm flipH="1">
              <a:off x="867825" y="1718702"/>
              <a:ext cx="149700" cy="14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3" name="Google Shape;683;p27"/>
          <p:cNvSpPr/>
          <p:nvPr/>
        </p:nvSpPr>
        <p:spPr>
          <a:xfrm>
            <a:off x="4913200" y="1021099"/>
            <a:ext cx="1257300" cy="5043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/>
              <a:t>Quản lý thu chi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27"/>
          <p:cNvCxnSpPr>
            <a:stCxn id="683" idx="6"/>
          </p:cNvCxnSpPr>
          <p:nvPr/>
        </p:nvCxnSpPr>
        <p:spPr>
          <a:xfrm>
            <a:off x="6170500" y="1273249"/>
            <a:ext cx="1182300" cy="4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8"/>
          <p:cNvSpPr txBox="1"/>
          <p:nvPr/>
        </p:nvSpPr>
        <p:spPr>
          <a:xfrm>
            <a:off x="783890" y="3998889"/>
            <a:ext cx="123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Chủ cửa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2649099" y="280550"/>
            <a:ext cx="3566400" cy="456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8"/>
          <p:cNvSpPr txBox="1"/>
          <p:nvPr/>
        </p:nvSpPr>
        <p:spPr>
          <a:xfrm>
            <a:off x="7458100" y="2427463"/>
            <a:ext cx="9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3955650" y="757838"/>
            <a:ext cx="1232700" cy="435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Đặt mua sách</a:t>
            </a:r>
            <a:endParaRPr sz="1000"/>
          </a:p>
        </p:txBody>
      </p:sp>
      <p:sp>
        <p:nvSpPr>
          <p:cNvPr id="693" name="Google Shape;693;p28"/>
          <p:cNvSpPr/>
          <p:nvPr/>
        </p:nvSpPr>
        <p:spPr>
          <a:xfrm>
            <a:off x="3839851" y="3168551"/>
            <a:ext cx="1458000" cy="3693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nhà cung cấp</a:t>
            </a:r>
            <a:endParaRPr sz="1000"/>
          </a:p>
        </p:txBody>
      </p:sp>
      <p:sp>
        <p:nvSpPr>
          <p:cNvPr id="694" name="Google Shape;694;p28"/>
          <p:cNvSpPr/>
          <p:nvPr/>
        </p:nvSpPr>
        <p:spPr>
          <a:xfrm>
            <a:off x="3798950" y="4231750"/>
            <a:ext cx="1521000" cy="435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doanh thu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3830450" y="3653900"/>
            <a:ext cx="1458000" cy="435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nhân </a:t>
            </a:r>
            <a:r>
              <a:rPr lang="en-GB" sz="1000"/>
              <a:t>viên</a:t>
            </a:r>
            <a:endParaRPr sz="1000"/>
          </a:p>
        </p:txBody>
      </p:sp>
      <p:sp>
        <p:nvSpPr>
          <p:cNvPr id="696" name="Google Shape;696;p28"/>
          <p:cNvSpPr/>
          <p:nvPr/>
        </p:nvSpPr>
        <p:spPr>
          <a:xfrm>
            <a:off x="3840650" y="2153700"/>
            <a:ext cx="1335900" cy="435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Bán hàng</a:t>
            </a:r>
            <a:endParaRPr sz="1000"/>
          </a:p>
        </p:txBody>
      </p:sp>
      <p:sp>
        <p:nvSpPr>
          <p:cNvPr id="697" name="Google Shape;697;p28"/>
          <p:cNvSpPr/>
          <p:nvPr/>
        </p:nvSpPr>
        <p:spPr>
          <a:xfrm>
            <a:off x="3904050" y="1531975"/>
            <a:ext cx="1335900" cy="435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Quản lý kho </a:t>
            </a:r>
            <a:r>
              <a:rPr lang="en-GB" sz="1000"/>
              <a:t>sách</a:t>
            </a:r>
            <a:endParaRPr sz="1000"/>
          </a:p>
        </p:txBody>
      </p:sp>
      <p:sp>
        <p:nvSpPr>
          <p:cNvPr id="698" name="Google Shape;698;p28"/>
          <p:cNvSpPr txBox="1"/>
          <p:nvPr/>
        </p:nvSpPr>
        <p:spPr>
          <a:xfrm>
            <a:off x="3205450" y="279275"/>
            <a:ext cx="249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nhà sách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699" name="Google Shape;699;p28"/>
          <p:cNvSpPr txBox="1"/>
          <p:nvPr/>
        </p:nvSpPr>
        <p:spPr>
          <a:xfrm>
            <a:off x="7379800" y="1103761"/>
            <a:ext cx="11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1289100" y="3296656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28"/>
          <p:cNvCxnSpPr/>
          <p:nvPr/>
        </p:nvCxnSpPr>
        <p:spPr>
          <a:xfrm>
            <a:off x="1389796" y="3489288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28"/>
          <p:cNvCxnSpPr/>
          <p:nvPr/>
        </p:nvCxnSpPr>
        <p:spPr>
          <a:xfrm flipH="1">
            <a:off x="1228649" y="3575317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28"/>
          <p:cNvCxnSpPr/>
          <p:nvPr/>
        </p:nvCxnSpPr>
        <p:spPr>
          <a:xfrm rot="10800000">
            <a:off x="1409332" y="384373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28"/>
          <p:cNvCxnSpPr/>
          <p:nvPr/>
        </p:nvCxnSpPr>
        <p:spPr>
          <a:xfrm flipH="1" rot="10800000">
            <a:off x="1185695" y="3846642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28"/>
          <p:cNvSpPr/>
          <p:nvPr/>
        </p:nvSpPr>
        <p:spPr>
          <a:xfrm>
            <a:off x="7735950" y="430856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6" name="Google Shape;706;p28"/>
          <p:cNvCxnSpPr/>
          <p:nvPr/>
        </p:nvCxnSpPr>
        <p:spPr>
          <a:xfrm>
            <a:off x="7836646" y="623488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28"/>
          <p:cNvCxnSpPr/>
          <p:nvPr/>
        </p:nvCxnSpPr>
        <p:spPr>
          <a:xfrm flipH="1">
            <a:off x="7675499" y="709517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28"/>
          <p:cNvCxnSpPr/>
          <p:nvPr/>
        </p:nvCxnSpPr>
        <p:spPr>
          <a:xfrm rot="10800000">
            <a:off x="7856182" y="97793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28"/>
          <p:cNvCxnSpPr/>
          <p:nvPr/>
        </p:nvCxnSpPr>
        <p:spPr>
          <a:xfrm flipH="1" rot="10800000">
            <a:off x="7632545" y="980842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28"/>
          <p:cNvSpPr/>
          <p:nvPr/>
        </p:nvSpPr>
        <p:spPr>
          <a:xfrm>
            <a:off x="7782203" y="1772508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1" name="Google Shape;711;p28"/>
          <p:cNvCxnSpPr/>
          <p:nvPr/>
        </p:nvCxnSpPr>
        <p:spPr>
          <a:xfrm>
            <a:off x="7882898" y="1965140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28"/>
          <p:cNvCxnSpPr/>
          <p:nvPr/>
        </p:nvCxnSpPr>
        <p:spPr>
          <a:xfrm flipH="1">
            <a:off x="7721751" y="2051170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28"/>
          <p:cNvCxnSpPr/>
          <p:nvPr/>
        </p:nvCxnSpPr>
        <p:spPr>
          <a:xfrm rot="10800000">
            <a:off x="7902435" y="2319587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28"/>
          <p:cNvCxnSpPr/>
          <p:nvPr/>
        </p:nvCxnSpPr>
        <p:spPr>
          <a:xfrm flipH="1" rot="10800000">
            <a:off x="7678798" y="232249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28"/>
          <p:cNvCxnSpPr>
            <a:stCxn id="692" idx="6"/>
          </p:cNvCxnSpPr>
          <p:nvPr/>
        </p:nvCxnSpPr>
        <p:spPr>
          <a:xfrm flipH="1" rot="10800000">
            <a:off x="5188350" y="813938"/>
            <a:ext cx="2583600" cy="1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28"/>
          <p:cNvCxnSpPr>
            <a:stCxn id="692" idx="5"/>
          </p:cNvCxnSpPr>
          <p:nvPr/>
        </p:nvCxnSpPr>
        <p:spPr>
          <a:xfrm>
            <a:off x="5007825" y="1129133"/>
            <a:ext cx="2614500" cy="9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28"/>
          <p:cNvCxnSpPr>
            <a:stCxn id="697" idx="6"/>
          </p:cNvCxnSpPr>
          <p:nvPr/>
        </p:nvCxnSpPr>
        <p:spPr>
          <a:xfrm>
            <a:off x="5239950" y="1749475"/>
            <a:ext cx="23451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28"/>
          <p:cNvCxnSpPr/>
          <p:nvPr/>
        </p:nvCxnSpPr>
        <p:spPr>
          <a:xfrm flipH="1" rot="10800000">
            <a:off x="5181625" y="2251725"/>
            <a:ext cx="2410800" cy="11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28"/>
          <p:cNvCxnSpPr/>
          <p:nvPr/>
        </p:nvCxnSpPr>
        <p:spPr>
          <a:xfrm flipH="1">
            <a:off x="1692850" y="3337225"/>
            <a:ext cx="2156100" cy="3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28"/>
          <p:cNvCxnSpPr>
            <a:stCxn id="695" idx="2"/>
          </p:cNvCxnSpPr>
          <p:nvPr/>
        </p:nvCxnSpPr>
        <p:spPr>
          <a:xfrm rot="10800000">
            <a:off x="1722650" y="3756500"/>
            <a:ext cx="2107800" cy="1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28"/>
          <p:cNvCxnSpPr>
            <a:stCxn id="694" idx="2"/>
          </p:cNvCxnSpPr>
          <p:nvPr/>
        </p:nvCxnSpPr>
        <p:spPr>
          <a:xfrm rot="10800000">
            <a:off x="1715150" y="3838750"/>
            <a:ext cx="2083800" cy="6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9"/>
          <p:cNvSpPr/>
          <p:nvPr/>
        </p:nvSpPr>
        <p:spPr>
          <a:xfrm>
            <a:off x="2464250" y="83900"/>
            <a:ext cx="4681200" cy="485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3009650" y="1577850"/>
            <a:ext cx="1368600" cy="722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Kê khai thông tin</a:t>
            </a:r>
            <a:endParaRPr/>
          </a:p>
        </p:txBody>
      </p:sp>
      <p:sp>
        <p:nvSpPr>
          <p:cNvPr id="728" name="Google Shape;728;p29"/>
          <p:cNvSpPr/>
          <p:nvPr/>
        </p:nvSpPr>
        <p:spPr>
          <a:xfrm>
            <a:off x="3009650" y="2557113"/>
            <a:ext cx="1444800" cy="621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Gửi phản ánh</a:t>
            </a:r>
            <a:endParaRPr/>
          </a:p>
        </p:txBody>
      </p:sp>
      <p:sp>
        <p:nvSpPr>
          <p:cNvPr id="729" name="Google Shape;729;p29"/>
          <p:cNvSpPr/>
          <p:nvPr/>
        </p:nvSpPr>
        <p:spPr>
          <a:xfrm>
            <a:off x="3085850" y="3330450"/>
            <a:ext cx="1444800" cy="762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Tra cứu hóa đơn</a:t>
            </a:r>
            <a:endParaRPr sz="1200"/>
          </a:p>
        </p:txBody>
      </p:sp>
      <p:sp>
        <p:nvSpPr>
          <p:cNvPr id="730" name="Google Shape;730;p29"/>
          <p:cNvSpPr/>
          <p:nvPr/>
        </p:nvSpPr>
        <p:spPr>
          <a:xfrm>
            <a:off x="5524250" y="3101850"/>
            <a:ext cx="1444800" cy="762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Quản lý </a:t>
            </a:r>
            <a:r>
              <a:rPr lang="en-GB" sz="1300"/>
              <a:t>phương tiện</a:t>
            </a:r>
            <a:endParaRPr sz="1300"/>
          </a:p>
        </p:txBody>
      </p:sp>
      <p:sp>
        <p:nvSpPr>
          <p:cNvPr id="731" name="Google Shape;731;p29"/>
          <p:cNvSpPr/>
          <p:nvPr/>
        </p:nvSpPr>
        <p:spPr>
          <a:xfrm>
            <a:off x="5586050" y="526650"/>
            <a:ext cx="1306800" cy="67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bảng tin</a:t>
            </a:r>
            <a:endParaRPr/>
          </a:p>
        </p:txBody>
      </p:sp>
      <p:sp>
        <p:nvSpPr>
          <p:cNvPr id="732" name="Google Shape;732;p29"/>
          <p:cNvSpPr/>
          <p:nvPr/>
        </p:nvSpPr>
        <p:spPr>
          <a:xfrm>
            <a:off x="5585900" y="1288650"/>
            <a:ext cx="1306800" cy="67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Thu phí</a:t>
            </a:r>
            <a:endParaRPr/>
          </a:p>
        </p:txBody>
      </p:sp>
      <p:sp>
        <p:nvSpPr>
          <p:cNvPr id="733" name="Google Shape;733;p29"/>
          <p:cNvSpPr/>
          <p:nvPr/>
        </p:nvSpPr>
        <p:spPr>
          <a:xfrm>
            <a:off x="5448050" y="2035050"/>
            <a:ext cx="1444800" cy="762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bảo trì</a:t>
            </a:r>
            <a:endParaRPr/>
          </a:p>
        </p:txBody>
      </p:sp>
      <p:sp>
        <p:nvSpPr>
          <p:cNvPr id="734" name="Google Shape;734;p29"/>
          <p:cNvSpPr/>
          <p:nvPr/>
        </p:nvSpPr>
        <p:spPr>
          <a:xfrm>
            <a:off x="5448050" y="4016250"/>
            <a:ext cx="1444800" cy="762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lí phương tiện</a:t>
            </a:r>
            <a:endParaRPr/>
          </a:p>
        </p:txBody>
      </p:sp>
      <p:sp>
        <p:nvSpPr>
          <p:cNvPr id="735" name="Google Shape;735;p29"/>
          <p:cNvSpPr/>
          <p:nvPr/>
        </p:nvSpPr>
        <p:spPr>
          <a:xfrm>
            <a:off x="887600" y="2008500"/>
            <a:ext cx="219600" cy="208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6" name="Google Shape;736;p29"/>
          <p:cNvCxnSpPr>
            <a:stCxn id="735" idx="4"/>
          </p:cNvCxnSpPr>
          <p:nvPr/>
        </p:nvCxnSpPr>
        <p:spPr>
          <a:xfrm>
            <a:off x="997400" y="2216700"/>
            <a:ext cx="5700" cy="25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29"/>
          <p:cNvCxnSpPr/>
          <p:nvPr/>
        </p:nvCxnSpPr>
        <p:spPr>
          <a:xfrm flipH="1">
            <a:off x="841400" y="2292900"/>
            <a:ext cx="308400" cy="9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29"/>
          <p:cNvCxnSpPr/>
          <p:nvPr/>
        </p:nvCxnSpPr>
        <p:spPr>
          <a:xfrm flipH="1">
            <a:off x="818350" y="2455100"/>
            <a:ext cx="186900" cy="270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29"/>
          <p:cNvCxnSpPr/>
          <p:nvPr/>
        </p:nvCxnSpPr>
        <p:spPr>
          <a:xfrm>
            <a:off x="997763" y="2470063"/>
            <a:ext cx="171300" cy="2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29"/>
          <p:cNvSpPr txBox="1"/>
          <p:nvPr/>
        </p:nvSpPr>
        <p:spPr>
          <a:xfrm>
            <a:off x="526513" y="2739250"/>
            <a:ext cx="911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Cư dân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741" name="Google Shape;741;p29"/>
          <p:cNvSpPr txBox="1"/>
          <p:nvPr/>
        </p:nvSpPr>
        <p:spPr>
          <a:xfrm>
            <a:off x="7725502" y="2434450"/>
            <a:ext cx="1036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Q</a:t>
            </a:r>
            <a:r>
              <a:rPr lang="en-GB">
                <a:solidFill>
                  <a:srgbClr val="595959"/>
                </a:solidFill>
              </a:rPr>
              <a:t>uản lý</a:t>
            </a:r>
            <a:endParaRPr>
              <a:solidFill>
                <a:srgbClr val="595959"/>
              </a:solidFill>
            </a:endParaRPr>
          </a:p>
        </p:txBody>
      </p:sp>
      <p:cxnSp>
        <p:nvCxnSpPr>
          <p:cNvPr id="742" name="Google Shape;742;p29"/>
          <p:cNvCxnSpPr>
            <a:endCxn id="727" idx="2"/>
          </p:cNvCxnSpPr>
          <p:nvPr/>
        </p:nvCxnSpPr>
        <p:spPr>
          <a:xfrm flipH="1" rot="10800000">
            <a:off x="1258550" y="1939200"/>
            <a:ext cx="1751100" cy="40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29"/>
          <p:cNvCxnSpPr>
            <a:endCxn id="728" idx="2"/>
          </p:cNvCxnSpPr>
          <p:nvPr/>
        </p:nvCxnSpPr>
        <p:spPr>
          <a:xfrm>
            <a:off x="1273250" y="2448363"/>
            <a:ext cx="1736400" cy="419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29"/>
          <p:cNvCxnSpPr>
            <a:endCxn id="729" idx="2"/>
          </p:cNvCxnSpPr>
          <p:nvPr/>
        </p:nvCxnSpPr>
        <p:spPr>
          <a:xfrm>
            <a:off x="1221050" y="2538300"/>
            <a:ext cx="1864800" cy="1173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29"/>
          <p:cNvCxnSpPr>
            <a:stCxn id="731" idx="6"/>
          </p:cNvCxnSpPr>
          <p:nvPr/>
        </p:nvCxnSpPr>
        <p:spPr>
          <a:xfrm>
            <a:off x="6892850" y="862200"/>
            <a:ext cx="1036500" cy="949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29"/>
          <p:cNvCxnSpPr/>
          <p:nvPr/>
        </p:nvCxnSpPr>
        <p:spPr>
          <a:xfrm>
            <a:off x="6892850" y="1627500"/>
            <a:ext cx="976500" cy="26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29"/>
          <p:cNvCxnSpPr/>
          <p:nvPr/>
        </p:nvCxnSpPr>
        <p:spPr>
          <a:xfrm flipH="1" rot="10800000">
            <a:off x="6892850" y="2020400"/>
            <a:ext cx="911400" cy="3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29"/>
          <p:cNvCxnSpPr>
            <a:stCxn id="730" idx="6"/>
          </p:cNvCxnSpPr>
          <p:nvPr/>
        </p:nvCxnSpPr>
        <p:spPr>
          <a:xfrm flipH="1" rot="10800000">
            <a:off x="6969050" y="2111400"/>
            <a:ext cx="919200" cy="1371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29"/>
          <p:cNvCxnSpPr>
            <a:stCxn id="734" idx="6"/>
          </p:cNvCxnSpPr>
          <p:nvPr/>
        </p:nvCxnSpPr>
        <p:spPr>
          <a:xfrm flipH="1" rot="10800000">
            <a:off x="6892850" y="2230800"/>
            <a:ext cx="995400" cy="21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29"/>
          <p:cNvSpPr txBox="1"/>
          <p:nvPr/>
        </p:nvSpPr>
        <p:spPr>
          <a:xfrm>
            <a:off x="3205450" y="80625"/>
            <a:ext cx="29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</a:t>
            </a:r>
            <a:r>
              <a:rPr b="1" lang="en-GB">
                <a:solidFill>
                  <a:srgbClr val="595959"/>
                </a:solidFill>
              </a:rPr>
              <a:t>trung cư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751" name="Google Shape;751;p29"/>
          <p:cNvSpPr/>
          <p:nvPr/>
        </p:nvSpPr>
        <p:spPr>
          <a:xfrm>
            <a:off x="8126600" y="1779900"/>
            <a:ext cx="219600" cy="208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2" name="Google Shape;752;p29"/>
          <p:cNvCxnSpPr>
            <a:stCxn id="751" idx="4"/>
          </p:cNvCxnSpPr>
          <p:nvPr/>
        </p:nvCxnSpPr>
        <p:spPr>
          <a:xfrm>
            <a:off x="8236400" y="1988100"/>
            <a:ext cx="5700" cy="25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29"/>
          <p:cNvCxnSpPr/>
          <p:nvPr/>
        </p:nvCxnSpPr>
        <p:spPr>
          <a:xfrm flipH="1">
            <a:off x="8080400" y="2064300"/>
            <a:ext cx="308400" cy="9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29"/>
          <p:cNvCxnSpPr/>
          <p:nvPr/>
        </p:nvCxnSpPr>
        <p:spPr>
          <a:xfrm flipH="1">
            <a:off x="8057350" y="2226500"/>
            <a:ext cx="186900" cy="270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29"/>
          <p:cNvCxnSpPr/>
          <p:nvPr/>
        </p:nvCxnSpPr>
        <p:spPr>
          <a:xfrm>
            <a:off x="8236763" y="2241463"/>
            <a:ext cx="171300" cy="2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0"/>
          <p:cNvSpPr txBox="1"/>
          <p:nvPr/>
        </p:nvSpPr>
        <p:spPr>
          <a:xfrm>
            <a:off x="975599" y="2017700"/>
            <a:ext cx="11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2556162" y="966350"/>
            <a:ext cx="4236000" cy="2985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3077850" y="15683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Gửi đơn nghỉ phép</a:t>
            </a:r>
            <a:endParaRPr sz="1000"/>
          </a:p>
        </p:txBody>
      </p:sp>
      <p:sp>
        <p:nvSpPr>
          <p:cNvPr id="763" name="Google Shape;763;p30"/>
          <p:cNvSpPr txBox="1"/>
          <p:nvPr/>
        </p:nvSpPr>
        <p:spPr>
          <a:xfrm>
            <a:off x="3510250" y="965075"/>
            <a:ext cx="249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</a:t>
            </a:r>
            <a:r>
              <a:rPr b="1" lang="en-GB">
                <a:solidFill>
                  <a:srgbClr val="595959"/>
                </a:solidFill>
              </a:rPr>
              <a:t>nhân sự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764" name="Google Shape;764;p30"/>
          <p:cNvSpPr/>
          <p:nvPr/>
        </p:nvSpPr>
        <p:spPr>
          <a:xfrm>
            <a:off x="1441500" y="1315456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5" name="Google Shape;765;p30"/>
          <p:cNvCxnSpPr/>
          <p:nvPr/>
        </p:nvCxnSpPr>
        <p:spPr>
          <a:xfrm>
            <a:off x="1542196" y="1508088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30"/>
          <p:cNvCxnSpPr/>
          <p:nvPr/>
        </p:nvCxnSpPr>
        <p:spPr>
          <a:xfrm flipH="1">
            <a:off x="1381049" y="1594117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30"/>
          <p:cNvCxnSpPr/>
          <p:nvPr/>
        </p:nvCxnSpPr>
        <p:spPr>
          <a:xfrm rot="10800000">
            <a:off x="1561732" y="186253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30"/>
          <p:cNvCxnSpPr/>
          <p:nvPr/>
        </p:nvCxnSpPr>
        <p:spPr>
          <a:xfrm flipH="1" rot="10800000">
            <a:off x="1338095" y="1865442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30"/>
          <p:cNvCxnSpPr/>
          <p:nvPr/>
        </p:nvCxnSpPr>
        <p:spPr>
          <a:xfrm rot="10800000">
            <a:off x="1781350" y="1735525"/>
            <a:ext cx="1305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30"/>
          <p:cNvSpPr/>
          <p:nvPr/>
        </p:nvSpPr>
        <p:spPr>
          <a:xfrm>
            <a:off x="3077850" y="21017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Chấm công</a:t>
            </a:r>
            <a:endParaRPr sz="1000"/>
          </a:p>
        </p:txBody>
      </p:sp>
      <p:cxnSp>
        <p:nvCxnSpPr>
          <p:cNvPr id="771" name="Google Shape;771;p30"/>
          <p:cNvCxnSpPr>
            <a:stCxn id="770" idx="2"/>
          </p:cNvCxnSpPr>
          <p:nvPr/>
        </p:nvCxnSpPr>
        <p:spPr>
          <a:xfrm rot="10800000">
            <a:off x="1796250" y="1862950"/>
            <a:ext cx="1281600" cy="4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30"/>
          <p:cNvSpPr txBox="1"/>
          <p:nvPr/>
        </p:nvSpPr>
        <p:spPr>
          <a:xfrm>
            <a:off x="891913" y="3541700"/>
            <a:ext cx="130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Người quản lý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1441500" y="2839456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4" name="Google Shape;774;p30"/>
          <p:cNvCxnSpPr/>
          <p:nvPr/>
        </p:nvCxnSpPr>
        <p:spPr>
          <a:xfrm>
            <a:off x="1542196" y="3032088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30"/>
          <p:cNvCxnSpPr/>
          <p:nvPr/>
        </p:nvCxnSpPr>
        <p:spPr>
          <a:xfrm flipH="1">
            <a:off x="1381049" y="3118117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30"/>
          <p:cNvCxnSpPr/>
          <p:nvPr/>
        </p:nvCxnSpPr>
        <p:spPr>
          <a:xfrm rot="10800000">
            <a:off x="1561732" y="338653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30"/>
          <p:cNvSpPr/>
          <p:nvPr/>
        </p:nvSpPr>
        <p:spPr>
          <a:xfrm>
            <a:off x="3077850" y="26351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Xác nhận nghỉ phép</a:t>
            </a:r>
            <a:endParaRPr sz="1000"/>
          </a:p>
        </p:txBody>
      </p:sp>
      <p:cxnSp>
        <p:nvCxnSpPr>
          <p:cNvPr id="778" name="Google Shape;778;p30"/>
          <p:cNvCxnSpPr/>
          <p:nvPr/>
        </p:nvCxnSpPr>
        <p:spPr>
          <a:xfrm flipH="1" rot="10800000">
            <a:off x="1338095" y="3389442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0"/>
          <p:cNvSpPr/>
          <p:nvPr/>
        </p:nvSpPr>
        <p:spPr>
          <a:xfrm>
            <a:off x="3077850" y="32447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Đánh giá hiệu năng</a:t>
            </a:r>
            <a:endParaRPr sz="1000"/>
          </a:p>
        </p:txBody>
      </p:sp>
      <p:cxnSp>
        <p:nvCxnSpPr>
          <p:cNvPr id="780" name="Google Shape;780;p30"/>
          <p:cNvCxnSpPr>
            <a:stCxn id="777" idx="2"/>
          </p:cNvCxnSpPr>
          <p:nvPr/>
        </p:nvCxnSpPr>
        <p:spPr>
          <a:xfrm flipH="1">
            <a:off x="1788750" y="2841550"/>
            <a:ext cx="1289100" cy="3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30"/>
          <p:cNvCxnSpPr>
            <a:stCxn id="779" idx="2"/>
          </p:cNvCxnSpPr>
          <p:nvPr/>
        </p:nvCxnSpPr>
        <p:spPr>
          <a:xfrm rot="10800000">
            <a:off x="1811250" y="3322750"/>
            <a:ext cx="1266600" cy="1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30"/>
          <p:cNvSpPr txBox="1"/>
          <p:nvPr/>
        </p:nvSpPr>
        <p:spPr>
          <a:xfrm>
            <a:off x="6919199" y="2246300"/>
            <a:ext cx="11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Tuyển dụng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783" name="Google Shape;783;p30"/>
          <p:cNvSpPr/>
          <p:nvPr/>
        </p:nvSpPr>
        <p:spPr>
          <a:xfrm>
            <a:off x="7385100" y="1544056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4" name="Google Shape;784;p30"/>
          <p:cNvCxnSpPr/>
          <p:nvPr/>
        </p:nvCxnSpPr>
        <p:spPr>
          <a:xfrm>
            <a:off x="7485796" y="1736688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30"/>
          <p:cNvCxnSpPr/>
          <p:nvPr/>
        </p:nvCxnSpPr>
        <p:spPr>
          <a:xfrm flipH="1">
            <a:off x="7324649" y="1822717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30"/>
          <p:cNvCxnSpPr/>
          <p:nvPr/>
        </p:nvCxnSpPr>
        <p:spPr>
          <a:xfrm rot="10800000">
            <a:off x="7505332" y="209113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30"/>
          <p:cNvCxnSpPr/>
          <p:nvPr/>
        </p:nvCxnSpPr>
        <p:spPr>
          <a:xfrm flipH="1" rot="10800000">
            <a:off x="7281695" y="2094042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30"/>
          <p:cNvSpPr/>
          <p:nvPr/>
        </p:nvSpPr>
        <p:spPr>
          <a:xfrm>
            <a:off x="4830450" y="15683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Đăng tin tuyển dụng</a:t>
            </a:r>
            <a:endParaRPr sz="1000"/>
          </a:p>
        </p:txBody>
      </p:sp>
      <p:sp>
        <p:nvSpPr>
          <p:cNvPr id="789" name="Google Shape;789;p30"/>
          <p:cNvSpPr/>
          <p:nvPr/>
        </p:nvSpPr>
        <p:spPr>
          <a:xfrm>
            <a:off x="4906650" y="29399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Thanh toán tiền lương</a:t>
            </a:r>
            <a:endParaRPr sz="1000"/>
          </a:p>
        </p:txBody>
      </p:sp>
      <p:sp>
        <p:nvSpPr>
          <p:cNvPr id="790" name="Google Shape;790;p30"/>
          <p:cNvSpPr/>
          <p:nvPr/>
        </p:nvSpPr>
        <p:spPr>
          <a:xfrm>
            <a:off x="4830450" y="2177950"/>
            <a:ext cx="1418100" cy="412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Chuẩn bị phỏng vấn</a:t>
            </a:r>
            <a:endParaRPr sz="1000"/>
          </a:p>
        </p:txBody>
      </p:sp>
      <p:sp>
        <p:nvSpPr>
          <p:cNvPr id="791" name="Google Shape;791;p30"/>
          <p:cNvSpPr txBox="1"/>
          <p:nvPr/>
        </p:nvSpPr>
        <p:spPr>
          <a:xfrm>
            <a:off x="6919199" y="3541700"/>
            <a:ext cx="11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Kế toán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792" name="Google Shape;792;p30"/>
          <p:cNvSpPr/>
          <p:nvPr/>
        </p:nvSpPr>
        <p:spPr>
          <a:xfrm>
            <a:off x="7385100" y="2839456"/>
            <a:ext cx="204000" cy="189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30"/>
          <p:cNvCxnSpPr/>
          <p:nvPr/>
        </p:nvCxnSpPr>
        <p:spPr>
          <a:xfrm>
            <a:off x="7485796" y="3032088"/>
            <a:ext cx="7500" cy="35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30"/>
          <p:cNvCxnSpPr/>
          <p:nvPr/>
        </p:nvCxnSpPr>
        <p:spPr>
          <a:xfrm flipH="1">
            <a:off x="7324649" y="3118117"/>
            <a:ext cx="331200" cy="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30"/>
          <p:cNvCxnSpPr/>
          <p:nvPr/>
        </p:nvCxnSpPr>
        <p:spPr>
          <a:xfrm rot="10800000">
            <a:off x="7505332" y="3386535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30"/>
          <p:cNvCxnSpPr/>
          <p:nvPr/>
        </p:nvCxnSpPr>
        <p:spPr>
          <a:xfrm flipH="1" rot="10800000">
            <a:off x="7281695" y="3389442"/>
            <a:ext cx="204000" cy="189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30"/>
          <p:cNvCxnSpPr>
            <a:stCxn id="789" idx="6"/>
          </p:cNvCxnSpPr>
          <p:nvPr/>
        </p:nvCxnSpPr>
        <p:spPr>
          <a:xfrm>
            <a:off x="6324750" y="3146350"/>
            <a:ext cx="981900" cy="1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30"/>
          <p:cNvCxnSpPr>
            <a:stCxn id="788" idx="6"/>
          </p:cNvCxnSpPr>
          <p:nvPr/>
        </p:nvCxnSpPr>
        <p:spPr>
          <a:xfrm>
            <a:off x="6248550" y="1774750"/>
            <a:ext cx="1058100" cy="1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30"/>
          <p:cNvCxnSpPr>
            <a:stCxn id="790" idx="6"/>
          </p:cNvCxnSpPr>
          <p:nvPr/>
        </p:nvCxnSpPr>
        <p:spPr>
          <a:xfrm flipH="1" rot="10800000">
            <a:off x="6248550" y="2102350"/>
            <a:ext cx="9831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1"/>
          <p:cNvSpPr/>
          <p:nvPr/>
        </p:nvSpPr>
        <p:spPr>
          <a:xfrm>
            <a:off x="2746051" y="152600"/>
            <a:ext cx="3783600" cy="4777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05" name="Google Shape;805;p31"/>
          <p:cNvSpPr/>
          <p:nvPr/>
        </p:nvSpPr>
        <p:spPr>
          <a:xfrm>
            <a:off x="6934000" y="2853175"/>
            <a:ext cx="1380600" cy="663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&lt;&lt;tác nhân&gt;&gt;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Hệ thống gợi ý</a:t>
            </a: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4710408" y="1211762"/>
            <a:ext cx="1543800" cy="4872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Đánh giá phim</a:t>
            </a:r>
            <a:endParaRPr sz="1200"/>
          </a:p>
        </p:txBody>
      </p:sp>
      <p:sp>
        <p:nvSpPr>
          <p:cNvPr id="807" name="Google Shape;807;p31"/>
          <p:cNvSpPr/>
          <p:nvPr/>
        </p:nvSpPr>
        <p:spPr>
          <a:xfrm>
            <a:off x="3732175" y="3590949"/>
            <a:ext cx="1443600" cy="5487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phim</a:t>
            </a:r>
            <a:endParaRPr sz="1200"/>
          </a:p>
        </p:txBody>
      </p:sp>
      <p:sp>
        <p:nvSpPr>
          <p:cNvPr id="808" name="Google Shape;808;p31"/>
          <p:cNvSpPr/>
          <p:nvPr/>
        </p:nvSpPr>
        <p:spPr>
          <a:xfrm>
            <a:off x="3732175" y="4322824"/>
            <a:ext cx="1443600" cy="5487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tài khoản</a:t>
            </a:r>
            <a:endParaRPr sz="1200"/>
          </a:p>
        </p:txBody>
      </p:sp>
      <p:sp>
        <p:nvSpPr>
          <p:cNvPr id="809" name="Google Shape;809;p31"/>
          <p:cNvSpPr/>
          <p:nvPr/>
        </p:nvSpPr>
        <p:spPr>
          <a:xfrm>
            <a:off x="4649021" y="646416"/>
            <a:ext cx="1543800" cy="4872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Xem phim</a:t>
            </a:r>
            <a:endParaRPr sz="1200"/>
          </a:p>
        </p:txBody>
      </p:sp>
      <p:sp>
        <p:nvSpPr>
          <p:cNvPr id="810" name="Google Shape;810;p31"/>
          <p:cNvSpPr/>
          <p:nvPr/>
        </p:nvSpPr>
        <p:spPr>
          <a:xfrm>
            <a:off x="4649025" y="1777098"/>
            <a:ext cx="1543800" cy="5751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danh </a:t>
            </a:r>
            <a:r>
              <a:rPr lang="en-GB" sz="1200"/>
              <a:t>mục yêu thích</a:t>
            </a:r>
            <a:endParaRPr sz="1200"/>
          </a:p>
        </p:txBody>
      </p:sp>
      <p:sp>
        <p:nvSpPr>
          <p:cNvPr id="811" name="Google Shape;811;p31"/>
          <p:cNvSpPr/>
          <p:nvPr/>
        </p:nvSpPr>
        <p:spPr>
          <a:xfrm>
            <a:off x="3036128" y="2108433"/>
            <a:ext cx="1543800" cy="4872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Tìm kiếm phim</a:t>
            </a:r>
            <a:endParaRPr sz="1200"/>
          </a:p>
        </p:txBody>
      </p:sp>
      <p:sp>
        <p:nvSpPr>
          <p:cNvPr id="812" name="Google Shape;812;p31"/>
          <p:cNvSpPr/>
          <p:nvPr/>
        </p:nvSpPr>
        <p:spPr>
          <a:xfrm>
            <a:off x="3815375" y="2929351"/>
            <a:ext cx="1543800" cy="4872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900" lIns="182900" spcFirstLastPara="1" rIns="182900" wrap="square" tIns="1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Gợi ý</a:t>
            </a:r>
            <a:r>
              <a:rPr lang="en-GB" sz="1200"/>
              <a:t> phim</a:t>
            </a:r>
            <a:endParaRPr sz="1200"/>
          </a:p>
        </p:txBody>
      </p:sp>
      <p:cxnSp>
        <p:nvCxnSpPr>
          <p:cNvPr id="813" name="Google Shape;813;p31"/>
          <p:cNvCxnSpPr>
            <a:endCxn id="809" idx="2"/>
          </p:cNvCxnSpPr>
          <p:nvPr/>
        </p:nvCxnSpPr>
        <p:spPr>
          <a:xfrm flipH="1" rot="10800000">
            <a:off x="1867721" y="890016"/>
            <a:ext cx="2781300" cy="401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31"/>
          <p:cNvCxnSpPr>
            <a:endCxn id="806" idx="2"/>
          </p:cNvCxnSpPr>
          <p:nvPr/>
        </p:nvCxnSpPr>
        <p:spPr>
          <a:xfrm>
            <a:off x="1887108" y="1377662"/>
            <a:ext cx="2823300" cy="77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31"/>
          <p:cNvCxnSpPr>
            <a:endCxn id="811" idx="1"/>
          </p:cNvCxnSpPr>
          <p:nvPr/>
        </p:nvCxnSpPr>
        <p:spPr>
          <a:xfrm>
            <a:off x="1905012" y="1531482"/>
            <a:ext cx="1357200" cy="648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31"/>
          <p:cNvCxnSpPr>
            <a:endCxn id="810" idx="2"/>
          </p:cNvCxnSpPr>
          <p:nvPr/>
        </p:nvCxnSpPr>
        <p:spPr>
          <a:xfrm>
            <a:off x="1887525" y="1421148"/>
            <a:ext cx="2761500" cy="64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31"/>
          <p:cNvCxnSpPr>
            <a:stCxn id="805" idx="1"/>
            <a:endCxn id="812" idx="6"/>
          </p:cNvCxnSpPr>
          <p:nvPr/>
        </p:nvCxnSpPr>
        <p:spPr>
          <a:xfrm rot="10800000">
            <a:off x="5359300" y="3172975"/>
            <a:ext cx="1574700" cy="11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31"/>
          <p:cNvCxnSpPr>
            <a:endCxn id="808" idx="2"/>
          </p:cNvCxnSpPr>
          <p:nvPr/>
        </p:nvCxnSpPr>
        <p:spPr>
          <a:xfrm>
            <a:off x="1887175" y="4142074"/>
            <a:ext cx="1845000" cy="455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1"/>
          <p:cNvCxnSpPr>
            <a:endCxn id="807" idx="2"/>
          </p:cNvCxnSpPr>
          <p:nvPr/>
        </p:nvCxnSpPr>
        <p:spPr>
          <a:xfrm flipH="1" rot="10800000">
            <a:off x="1890175" y="3865299"/>
            <a:ext cx="1842000" cy="18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31"/>
          <p:cNvSpPr txBox="1"/>
          <p:nvPr/>
        </p:nvSpPr>
        <p:spPr>
          <a:xfrm>
            <a:off x="883350" y="1558900"/>
            <a:ext cx="1321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900" lIns="182900" spcFirstLastPara="1" rIns="182900" wrap="square" tIns="18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Người dùng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821" name="Google Shape;821;p31"/>
          <p:cNvSpPr txBox="1"/>
          <p:nvPr/>
        </p:nvSpPr>
        <p:spPr>
          <a:xfrm>
            <a:off x="919675" y="4207045"/>
            <a:ext cx="13806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900" lIns="182900" spcFirstLastPara="1" rIns="182900" wrap="square" tIns="18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Quản trị viên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822" name="Google Shape;8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852" y="991618"/>
            <a:ext cx="337900" cy="64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852" y="3682204"/>
            <a:ext cx="337900" cy="642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4" name="Google Shape;824;p31"/>
          <p:cNvCxnSpPr>
            <a:stCxn id="811" idx="4"/>
            <a:endCxn id="812" idx="1"/>
          </p:cNvCxnSpPr>
          <p:nvPr/>
        </p:nvCxnSpPr>
        <p:spPr>
          <a:xfrm>
            <a:off x="3808028" y="2595633"/>
            <a:ext cx="233400" cy="4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25" name="Google Shape;825;p31"/>
          <p:cNvSpPr txBox="1"/>
          <p:nvPr/>
        </p:nvSpPr>
        <p:spPr>
          <a:xfrm>
            <a:off x="3885054" y="2555923"/>
            <a:ext cx="1108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&lt;&lt;include&gt;&gt;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26" name="Google Shape;826;p31"/>
          <p:cNvSpPr txBox="1"/>
          <p:nvPr/>
        </p:nvSpPr>
        <p:spPr>
          <a:xfrm>
            <a:off x="3072975" y="136325"/>
            <a:ext cx="3181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</a:rPr>
              <a:t>Hệ thống xem phim trực tuyến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2"/>
          <p:cNvSpPr/>
          <p:nvPr/>
        </p:nvSpPr>
        <p:spPr>
          <a:xfrm>
            <a:off x="2713100" y="276050"/>
            <a:ext cx="4188900" cy="4384200"/>
          </a:xfrm>
          <a:prstGeom prst="rect">
            <a:avLst/>
          </a:prstGeom>
          <a:noFill/>
          <a:ln cap="flat" cmpd="sng" w="9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2"/>
          <p:cNvSpPr txBox="1"/>
          <p:nvPr/>
        </p:nvSpPr>
        <p:spPr>
          <a:xfrm>
            <a:off x="2841299" y="287950"/>
            <a:ext cx="3978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quản lý ga tàu đường sắt</a:t>
            </a:r>
            <a:endParaRPr/>
          </a:p>
        </p:txBody>
      </p:sp>
      <p:sp>
        <p:nvSpPr>
          <p:cNvPr id="833" name="Google Shape;833;p32"/>
          <p:cNvSpPr txBox="1"/>
          <p:nvPr/>
        </p:nvSpPr>
        <p:spPr>
          <a:xfrm>
            <a:off x="1403492" y="2796200"/>
            <a:ext cx="847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Nhân Viên</a:t>
            </a:r>
            <a:endParaRPr sz="1200"/>
          </a:p>
        </p:txBody>
      </p:sp>
      <p:sp>
        <p:nvSpPr>
          <p:cNvPr id="834" name="Google Shape;834;p32"/>
          <p:cNvSpPr/>
          <p:nvPr/>
        </p:nvSpPr>
        <p:spPr>
          <a:xfrm>
            <a:off x="3193168" y="1492025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Bán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vé</a:t>
            </a:r>
            <a:endParaRPr sz="1200"/>
          </a:p>
        </p:txBody>
      </p:sp>
      <p:sp>
        <p:nvSpPr>
          <p:cNvPr id="835" name="Google Shape;835;p32"/>
          <p:cNvSpPr/>
          <p:nvPr/>
        </p:nvSpPr>
        <p:spPr>
          <a:xfrm>
            <a:off x="5054525" y="796400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nhân viên</a:t>
            </a:r>
            <a:endParaRPr sz="1200"/>
          </a:p>
        </p:txBody>
      </p:sp>
      <p:sp>
        <p:nvSpPr>
          <p:cNvPr id="836" name="Google Shape;836;p32"/>
          <p:cNvSpPr/>
          <p:nvPr/>
        </p:nvSpPr>
        <p:spPr>
          <a:xfrm>
            <a:off x="5078100" y="1569156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lịch tầu</a:t>
            </a:r>
            <a:endParaRPr sz="1200"/>
          </a:p>
        </p:txBody>
      </p:sp>
      <p:sp>
        <p:nvSpPr>
          <p:cNvPr id="837" name="Google Shape;837;p32"/>
          <p:cNvSpPr/>
          <p:nvPr/>
        </p:nvSpPr>
        <p:spPr>
          <a:xfrm>
            <a:off x="3193185" y="3117074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Kiểm kê</a:t>
            </a:r>
            <a:endParaRPr sz="1200"/>
          </a:p>
        </p:txBody>
      </p:sp>
      <p:sp>
        <p:nvSpPr>
          <p:cNvPr id="838" name="Google Shape;838;p32"/>
          <p:cNvSpPr/>
          <p:nvPr/>
        </p:nvSpPr>
        <p:spPr>
          <a:xfrm>
            <a:off x="3160076" y="2304553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Hỗ trợ khách hàng</a:t>
            </a:r>
            <a:endParaRPr sz="1200"/>
          </a:p>
        </p:txBody>
      </p:sp>
      <p:sp>
        <p:nvSpPr>
          <p:cNvPr id="839" name="Google Shape;839;p32"/>
          <p:cNvSpPr/>
          <p:nvPr/>
        </p:nvSpPr>
        <p:spPr>
          <a:xfrm>
            <a:off x="5166508" y="2341886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vật tư</a:t>
            </a:r>
            <a:endParaRPr sz="1200"/>
          </a:p>
        </p:txBody>
      </p:sp>
      <p:sp>
        <p:nvSpPr>
          <p:cNvPr id="840" name="Google Shape;840;p32"/>
          <p:cNvSpPr/>
          <p:nvPr/>
        </p:nvSpPr>
        <p:spPr>
          <a:xfrm>
            <a:off x="5166510" y="3498076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Mua vé</a:t>
            </a:r>
            <a:endParaRPr sz="1200"/>
          </a:p>
        </p:txBody>
      </p:sp>
      <p:sp>
        <p:nvSpPr>
          <p:cNvPr id="841" name="Google Shape;841;p32"/>
          <p:cNvSpPr/>
          <p:nvPr/>
        </p:nvSpPr>
        <p:spPr>
          <a:xfrm>
            <a:off x="1744044" y="2266575"/>
            <a:ext cx="154200" cy="135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32"/>
          <p:cNvCxnSpPr/>
          <p:nvPr/>
        </p:nvCxnSpPr>
        <p:spPr>
          <a:xfrm>
            <a:off x="1820189" y="2404465"/>
            <a:ext cx="5700" cy="25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32"/>
          <p:cNvCxnSpPr/>
          <p:nvPr/>
        </p:nvCxnSpPr>
        <p:spPr>
          <a:xfrm flipH="1">
            <a:off x="1698282" y="2466046"/>
            <a:ext cx="250500" cy="4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32"/>
          <p:cNvCxnSpPr/>
          <p:nvPr/>
        </p:nvCxnSpPr>
        <p:spPr>
          <a:xfrm rot="10800000">
            <a:off x="1835025" y="2658219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32"/>
          <p:cNvCxnSpPr/>
          <p:nvPr/>
        </p:nvCxnSpPr>
        <p:spPr>
          <a:xfrm flipH="1" rot="10800000">
            <a:off x="1665850" y="2660300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32"/>
          <p:cNvSpPr txBox="1"/>
          <p:nvPr/>
        </p:nvSpPr>
        <p:spPr>
          <a:xfrm>
            <a:off x="7625867" y="1875100"/>
            <a:ext cx="847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</a:t>
            </a:r>
            <a:endParaRPr sz="1200"/>
          </a:p>
        </p:txBody>
      </p:sp>
      <p:sp>
        <p:nvSpPr>
          <p:cNvPr id="847" name="Google Shape;847;p32"/>
          <p:cNvSpPr/>
          <p:nvPr/>
        </p:nvSpPr>
        <p:spPr>
          <a:xfrm>
            <a:off x="7966419" y="1345475"/>
            <a:ext cx="154200" cy="135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8" name="Google Shape;848;p32"/>
          <p:cNvCxnSpPr/>
          <p:nvPr/>
        </p:nvCxnSpPr>
        <p:spPr>
          <a:xfrm>
            <a:off x="8042564" y="1483365"/>
            <a:ext cx="5700" cy="25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32"/>
          <p:cNvCxnSpPr/>
          <p:nvPr/>
        </p:nvCxnSpPr>
        <p:spPr>
          <a:xfrm flipH="1">
            <a:off x="7920657" y="1544946"/>
            <a:ext cx="250500" cy="4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32"/>
          <p:cNvCxnSpPr/>
          <p:nvPr/>
        </p:nvCxnSpPr>
        <p:spPr>
          <a:xfrm rot="10800000">
            <a:off x="8057400" y="1737119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32"/>
          <p:cNvCxnSpPr/>
          <p:nvPr/>
        </p:nvCxnSpPr>
        <p:spPr>
          <a:xfrm flipH="1" rot="10800000">
            <a:off x="7888225" y="1739200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2" name="Google Shape;852;p32"/>
          <p:cNvSpPr txBox="1"/>
          <p:nvPr/>
        </p:nvSpPr>
        <p:spPr>
          <a:xfrm>
            <a:off x="7528991" y="4008700"/>
            <a:ext cx="1020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Khách Hàng</a:t>
            </a:r>
            <a:endParaRPr sz="1200"/>
          </a:p>
        </p:txBody>
      </p:sp>
      <p:sp>
        <p:nvSpPr>
          <p:cNvPr id="853" name="Google Shape;853;p32"/>
          <p:cNvSpPr/>
          <p:nvPr/>
        </p:nvSpPr>
        <p:spPr>
          <a:xfrm>
            <a:off x="7966419" y="3479075"/>
            <a:ext cx="154200" cy="135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4" name="Google Shape;854;p32"/>
          <p:cNvCxnSpPr/>
          <p:nvPr/>
        </p:nvCxnSpPr>
        <p:spPr>
          <a:xfrm>
            <a:off x="8042564" y="3616965"/>
            <a:ext cx="5700" cy="25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32"/>
          <p:cNvCxnSpPr/>
          <p:nvPr/>
        </p:nvCxnSpPr>
        <p:spPr>
          <a:xfrm flipH="1">
            <a:off x="7920657" y="3678546"/>
            <a:ext cx="250500" cy="4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32"/>
          <p:cNvCxnSpPr/>
          <p:nvPr/>
        </p:nvCxnSpPr>
        <p:spPr>
          <a:xfrm rot="10800000">
            <a:off x="8057400" y="3870719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32"/>
          <p:cNvCxnSpPr/>
          <p:nvPr/>
        </p:nvCxnSpPr>
        <p:spPr>
          <a:xfrm flipH="1" rot="10800000">
            <a:off x="7888225" y="3872800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32"/>
          <p:cNvCxnSpPr>
            <a:stCxn id="835" idx="6"/>
          </p:cNvCxnSpPr>
          <p:nvPr/>
        </p:nvCxnSpPr>
        <p:spPr>
          <a:xfrm>
            <a:off x="6499925" y="1101650"/>
            <a:ext cx="1327200" cy="5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32"/>
          <p:cNvCxnSpPr>
            <a:stCxn id="836" idx="6"/>
          </p:cNvCxnSpPr>
          <p:nvPr/>
        </p:nvCxnSpPr>
        <p:spPr>
          <a:xfrm flipH="1" rot="10800000">
            <a:off x="6523500" y="1684506"/>
            <a:ext cx="1246800" cy="1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32"/>
          <p:cNvCxnSpPr/>
          <p:nvPr/>
        </p:nvCxnSpPr>
        <p:spPr>
          <a:xfrm flipH="1" rot="10800000">
            <a:off x="6611944" y="1801740"/>
            <a:ext cx="1159200" cy="8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32"/>
          <p:cNvCxnSpPr>
            <a:stCxn id="840" idx="6"/>
          </p:cNvCxnSpPr>
          <p:nvPr/>
        </p:nvCxnSpPr>
        <p:spPr>
          <a:xfrm>
            <a:off x="6611910" y="3803326"/>
            <a:ext cx="13176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32"/>
          <p:cNvCxnSpPr/>
          <p:nvPr/>
        </p:nvCxnSpPr>
        <p:spPr>
          <a:xfrm flipH="1">
            <a:off x="2073032" y="2013125"/>
            <a:ext cx="1327200" cy="5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32"/>
          <p:cNvCxnSpPr/>
          <p:nvPr/>
        </p:nvCxnSpPr>
        <p:spPr>
          <a:xfrm rot="10800000">
            <a:off x="2133350" y="2601403"/>
            <a:ext cx="10110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32"/>
          <p:cNvCxnSpPr/>
          <p:nvPr/>
        </p:nvCxnSpPr>
        <p:spPr>
          <a:xfrm rot="10800000">
            <a:off x="2080550" y="2691075"/>
            <a:ext cx="1319700" cy="5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3"/>
          <p:cNvSpPr/>
          <p:nvPr/>
        </p:nvSpPr>
        <p:spPr>
          <a:xfrm>
            <a:off x="2713100" y="276050"/>
            <a:ext cx="4188900" cy="4384200"/>
          </a:xfrm>
          <a:prstGeom prst="rect">
            <a:avLst/>
          </a:prstGeom>
          <a:noFill/>
          <a:ln cap="flat" cmpd="sng" w="9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3"/>
          <p:cNvSpPr txBox="1"/>
          <p:nvPr/>
        </p:nvSpPr>
        <p:spPr>
          <a:xfrm>
            <a:off x="2841299" y="287950"/>
            <a:ext cx="3978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</a:t>
            </a:r>
            <a:r>
              <a:rPr b="1" lang="en-GB"/>
              <a:t>tuyển dụng việc làm</a:t>
            </a:r>
            <a:endParaRPr/>
          </a:p>
        </p:txBody>
      </p:sp>
      <p:sp>
        <p:nvSpPr>
          <p:cNvPr id="871" name="Google Shape;871;p33"/>
          <p:cNvSpPr txBox="1"/>
          <p:nvPr/>
        </p:nvSpPr>
        <p:spPr>
          <a:xfrm>
            <a:off x="1267279" y="2034200"/>
            <a:ext cx="1119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Doanh nghiệp</a:t>
            </a:r>
            <a:endParaRPr sz="1200"/>
          </a:p>
        </p:txBody>
      </p:sp>
      <p:sp>
        <p:nvSpPr>
          <p:cNvPr id="872" name="Google Shape;872;p33"/>
          <p:cNvSpPr/>
          <p:nvPr/>
        </p:nvSpPr>
        <p:spPr>
          <a:xfrm>
            <a:off x="3193168" y="730025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Đăng tin tuyển dụng</a:t>
            </a:r>
            <a:endParaRPr sz="1200"/>
          </a:p>
        </p:txBody>
      </p:sp>
      <p:sp>
        <p:nvSpPr>
          <p:cNvPr id="873" name="Google Shape;873;p33"/>
          <p:cNvSpPr/>
          <p:nvPr/>
        </p:nvSpPr>
        <p:spPr>
          <a:xfrm>
            <a:off x="5054525" y="796400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</a:t>
            </a:r>
            <a:r>
              <a:rPr lang="en-GB" sz="1200"/>
              <a:t>hồ sơ</a:t>
            </a:r>
            <a:endParaRPr sz="1200"/>
          </a:p>
        </p:txBody>
      </p:sp>
      <p:sp>
        <p:nvSpPr>
          <p:cNvPr id="874" name="Google Shape;874;p33"/>
          <p:cNvSpPr/>
          <p:nvPr/>
        </p:nvSpPr>
        <p:spPr>
          <a:xfrm>
            <a:off x="5078100" y="1569156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Tìm kiếm việc làm</a:t>
            </a:r>
            <a:endParaRPr sz="1200"/>
          </a:p>
        </p:txBody>
      </p:sp>
      <p:sp>
        <p:nvSpPr>
          <p:cNvPr id="875" name="Google Shape;875;p33"/>
          <p:cNvSpPr/>
          <p:nvPr/>
        </p:nvSpPr>
        <p:spPr>
          <a:xfrm>
            <a:off x="3193185" y="2355074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Thanh toán hóa đơn</a:t>
            </a:r>
            <a:endParaRPr sz="1200"/>
          </a:p>
        </p:txBody>
      </p:sp>
      <p:sp>
        <p:nvSpPr>
          <p:cNvPr id="876" name="Google Shape;876;p33"/>
          <p:cNvSpPr/>
          <p:nvPr/>
        </p:nvSpPr>
        <p:spPr>
          <a:xfrm>
            <a:off x="3160076" y="1542553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Đặt lịch phỏng vấn</a:t>
            </a:r>
            <a:endParaRPr sz="1200"/>
          </a:p>
        </p:txBody>
      </p:sp>
      <p:sp>
        <p:nvSpPr>
          <p:cNvPr id="877" name="Google Shape;877;p33"/>
          <p:cNvSpPr/>
          <p:nvPr/>
        </p:nvSpPr>
        <p:spPr>
          <a:xfrm>
            <a:off x="5166508" y="2341886"/>
            <a:ext cx="14454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Đăng ký ứng tuyển</a:t>
            </a:r>
            <a:endParaRPr sz="1200"/>
          </a:p>
        </p:txBody>
      </p:sp>
      <p:sp>
        <p:nvSpPr>
          <p:cNvPr id="878" name="Google Shape;878;p33"/>
          <p:cNvSpPr/>
          <p:nvPr/>
        </p:nvSpPr>
        <p:spPr>
          <a:xfrm>
            <a:off x="1744044" y="1504575"/>
            <a:ext cx="154200" cy="135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3"/>
          <p:cNvCxnSpPr/>
          <p:nvPr/>
        </p:nvCxnSpPr>
        <p:spPr>
          <a:xfrm>
            <a:off x="1820189" y="1642465"/>
            <a:ext cx="5700" cy="25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33"/>
          <p:cNvCxnSpPr/>
          <p:nvPr/>
        </p:nvCxnSpPr>
        <p:spPr>
          <a:xfrm flipH="1">
            <a:off x="1698282" y="1704046"/>
            <a:ext cx="250500" cy="4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33"/>
          <p:cNvCxnSpPr/>
          <p:nvPr/>
        </p:nvCxnSpPr>
        <p:spPr>
          <a:xfrm rot="10800000">
            <a:off x="1835025" y="1896219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33"/>
          <p:cNvCxnSpPr/>
          <p:nvPr/>
        </p:nvCxnSpPr>
        <p:spPr>
          <a:xfrm flipH="1" rot="10800000">
            <a:off x="1665850" y="1898300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33"/>
          <p:cNvSpPr txBox="1"/>
          <p:nvPr/>
        </p:nvSpPr>
        <p:spPr>
          <a:xfrm>
            <a:off x="7625867" y="1875100"/>
            <a:ext cx="847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Ứng viên</a:t>
            </a:r>
            <a:endParaRPr sz="1200"/>
          </a:p>
        </p:txBody>
      </p:sp>
      <p:sp>
        <p:nvSpPr>
          <p:cNvPr id="884" name="Google Shape;884;p33"/>
          <p:cNvSpPr/>
          <p:nvPr/>
        </p:nvSpPr>
        <p:spPr>
          <a:xfrm>
            <a:off x="7966419" y="1345475"/>
            <a:ext cx="154200" cy="135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3"/>
          <p:cNvCxnSpPr/>
          <p:nvPr/>
        </p:nvCxnSpPr>
        <p:spPr>
          <a:xfrm>
            <a:off x="8042564" y="1483365"/>
            <a:ext cx="5700" cy="25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33"/>
          <p:cNvCxnSpPr/>
          <p:nvPr/>
        </p:nvCxnSpPr>
        <p:spPr>
          <a:xfrm flipH="1">
            <a:off x="7920657" y="1544946"/>
            <a:ext cx="250500" cy="4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33"/>
          <p:cNvCxnSpPr/>
          <p:nvPr/>
        </p:nvCxnSpPr>
        <p:spPr>
          <a:xfrm rot="10800000">
            <a:off x="8057400" y="1737119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33"/>
          <p:cNvCxnSpPr/>
          <p:nvPr/>
        </p:nvCxnSpPr>
        <p:spPr>
          <a:xfrm flipH="1" rot="10800000">
            <a:off x="7888225" y="1739200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33"/>
          <p:cNvCxnSpPr>
            <a:stCxn id="873" idx="6"/>
          </p:cNvCxnSpPr>
          <p:nvPr/>
        </p:nvCxnSpPr>
        <p:spPr>
          <a:xfrm>
            <a:off x="6499925" y="1101650"/>
            <a:ext cx="1327200" cy="5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33"/>
          <p:cNvCxnSpPr>
            <a:stCxn id="874" idx="6"/>
          </p:cNvCxnSpPr>
          <p:nvPr/>
        </p:nvCxnSpPr>
        <p:spPr>
          <a:xfrm flipH="1" rot="10800000">
            <a:off x="6523500" y="1684506"/>
            <a:ext cx="1246800" cy="1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33"/>
          <p:cNvCxnSpPr/>
          <p:nvPr/>
        </p:nvCxnSpPr>
        <p:spPr>
          <a:xfrm flipH="1" rot="10800000">
            <a:off x="6611944" y="1801740"/>
            <a:ext cx="1159200" cy="8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33"/>
          <p:cNvCxnSpPr/>
          <p:nvPr/>
        </p:nvCxnSpPr>
        <p:spPr>
          <a:xfrm flipH="1">
            <a:off x="2073032" y="1251125"/>
            <a:ext cx="1327200" cy="5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33"/>
          <p:cNvCxnSpPr/>
          <p:nvPr/>
        </p:nvCxnSpPr>
        <p:spPr>
          <a:xfrm rot="10800000">
            <a:off x="2133350" y="1839403"/>
            <a:ext cx="10110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33"/>
          <p:cNvCxnSpPr/>
          <p:nvPr/>
        </p:nvCxnSpPr>
        <p:spPr>
          <a:xfrm rot="10800000">
            <a:off x="2080550" y="1929075"/>
            <a:ext cx="1319700" cy="5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33"/>
          <p:cNvSpPr txBox="1"/>
          <p:nvPr/>
        </p:nvSpPr>
        <p:spPr>
          <a:xfrm>
            <a:off x="1267279" y="3786800"/>
            <a:ext cx="1119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</a:t>
            </a:r>
            <a:endParaRPr sz="1200"/>
          </a:p>
        </p:txBody>
      </p:sp>
      <p:sp>
        <p:nvSpPr>
          <p:cNvPr id="896" name="Google Shape;896;p33"/>
          <p:cNvSpPr/>
          <p:nvPr/>
        </p:nvSpPr>
        <p:spPr>
          <a:xfrm>
            <a:off x="1744044" y="3257175"/>
            <a:ext cx="154200" cy="135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7" name="Google Shape;897;p33"/>
          <p:cNvCxnSpPr/>
          <p:nvPr/>
        </p:nvCxnSpPr>
        <p:spPr>
          <a:xfrm>
            <a:off x="1820189" y="3395065"/>
            <a:ext cx="5700" cy="25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33"/>
          <p:cNvCxnSpPr/>
          <p:nvPr/>
        </p:nvCxnSpPr>
        <p:spPr>
          <a:xfrm flipH="1">
            <a:off x="1698282" y="3456646"/>
            <a:ext cx="250500" cy="4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33"/>
          <p:cNvCxnSpPr/>
          <p:nvPr/>
        </p:nvCxnSpPr>
        <p:spPr>
          <a:xfrm rot="10800000">
            <a:off x="1835025" y="3648819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33"/>
          <p:cNvCxnSpPr/>
          <p:nvPr/>
        </p:nvCxnSpPr>
        <p:spPr>
          <a:xfrm flipH="1" rot="10800000">
            <a:off x="1665850" y="3650900"/>
            <a:ext cx="154200" cy="13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33"/>
          <p:cNvSpPr/>
          <p:nvPr/>
        </p:nvSpPr>
        <p:spPr>
          <a:xfrm>
            <a:off x="3193185" y="3193274"/>
            <a:ext cx="1413900" cy="610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bài đăng</a:t>
            </a:r>
            <a:endParaRPr sz="1200"/>
          </a:p>
        </p:txBody>
      </p:sp>
      <p:cxnSp>
        <p:nvCxnSpPr>
          <p:cNvPr id="902" name="Google Shape;902;p33"/>
          <p:cNvCxnSpPr/>
          <p:nvPr/>
        </p:nvCxnSpPr>
        <p:spPr>
          <a:xfrm flipH="1">
            <a:off x="1986285" y="3498524"/>
            <a:ext cx="1206900" cy="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4"/>
          <p:cNvSpPr/>
          <p:nvPr/>
        </p:nvSpPr>
        <p:spPr>
          <a:xfrm>
            <a:off x="2843050" y="413400"/>
            <a:ext cx="3652500" cy="427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4"/>
          <p:cNvSpPr/>
          <p:nvPr/>
        </p:nvSpPr>
        <p:spPr>
          <a:xfrm>
            <a:off x="3228100" y="1008900"/>
            <a:ext cx="1288500" cy="49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Tìm kiếm tài liệu</a:t>
            </a:r>
            <a:endParaRPr sz="1200"/>
          </a:p>
        </p:txBody>
      </p:sp>
      <p:sp>
        <p:nvSpPr>
          <p:cNvPr id="909" name="Google Shape;909;p34"/>
          <p:cNvSpPr/>
          <p:nvPr/>
        </p:nvSpPr>
        <p:spPr>
          <a:xfrm>
            <a:off x="4247892" y="2377100"/>
            <a:ext cx="1592100" cy="451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Cho m</a:t>
            </a:r>
            <a:r>
              <a:rPr lang="en-GB" sz="1200"/>
              <a:t>ượn tài liệu</a:t>
            </a:r>
            <a:endParaRPr sz="1200"/>
          </a:p>
        </p:txBody>
      </p:sp>
      <p:sp>
        <p:nvSpPr>
          <p:cNvPr id="910" name="Google Shape;910;p34"/>
          <p:cNvSpPr/>
          <p:nvPr/>
        </p:nvSpPr>
        <p:spPr>
          <a:xfrm>
            <a:off x="4207175" y="4078200"/>
            <a:ext cx="1673700" cy="451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tài liệu</a:t>
            </a:r>
            <a:endParaRPr sz="1200"/>
          </a:p>
        </p:txBody>
      </p:sp>
      <p:sp>
        <p:nvSpPr>
          <p:cNvPr id="911" name="Google Shape;911;p34"/>
          <p:cNvSpPr/>
          <p:nvPr/>
        </p:nvSpPr>
        <p:spPr>
          <a:xfrm>
            <a:off x="4207175" y="3493998"/>
            <a:ext cx="1673700" cy="451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Cấp thẻ</a:t>
            </a:r>
            <a:endParaRPr sz="1200"/>
          </a:p>
        </p:txBody>
      </p:sp>
      <p:sp>
        <p:nvSpPr>
          <p:cNvPr id="912" name="Google Shape;912;p34"/>
          <p:cNvSpPr/>
          <p:nvPr/>
        </p:nvSpPr>
        <p:spPr>
          <a:xfrm>
            <a:off x="4247892" y="2939498"/>
            <a:ext cx="1592100" cy="451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Nhận t</a:t>
            </a:r>
            <a:r>
              <a:rPr lang="en-GB" sz="1200"/>
              <a:t>rả tài liệu</a:t>
            </a:r>
            <a:endParaRPr sz="1200"/>
          </a:p>
        </p:txBody>
      </p:sp>
      <p:grpSp>
        <p:nvGrpSpPr>
          <p:cNvPr id="913" name="Google Shape;913;p34"/>
          <p:cNvGrpSpPr/>
          <p:nvPr/>
        </p:nvGrpSpPr>
        <p:grpSpPr>
          <a:xfrm>
            <a:off x="7446936" y="2879916"/>
            <a:ext cx="290729" cy="647418"/>
            <a:chOff x="1181175" y="779025"/>
            <a:chExt cx="416100" cy="982425"/>
          </a:xfrm>
        </p:grpSpPr>
        <p:sp>
          <p:nvSpPr>
            <p:cNvPr id="914" name="Google Shape;914;p34"/>
            <p:cNvSpPr/>
            <p:nvPr/>
          </p:nvSpPr>
          <p:spPr>
            <a:xfrm>
              <a:off x="1253475" y="779025"/>
              <a:ext cx="265800" cy="254400"/>
            </a:xfrm>
            <a:prstGeom prst="flowChartConnector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15" name="Google Shape;915;p34"/>
            <p:cNvCxnSpPr>
              <a:stCxn id="914" idx="4"/>
            </p:cNvCxnSpPr>
            <p:nvPr/>
          </p:nvCxnSpPr>
          <p:spPr>
            <a:xfrm>
              <a:off x="1386375" y="1033425"/>
              <a:ext cx="3000" cy="55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34"/>
            <p:cNvCxnSpPr/>
            <p:nvPr/>
          </p:nvCxnSpPr>
          <p:spPr>
            <a:xfrm>
              <a:off x="1377675" y="1166175"/>
              <a:ext cx="219600" cy="17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34"/>
            <p:cNvCxnSpPr/>
            <p:nvPr/>
          </p:nvCxnSpPr>
          <p:spPr>
            <a:xfrm>
              <a:off x="1377675" y="1576350"/>
              <a:ext cx="219600" cy="17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34"/>
            <p:cNvCxnSpPr/>
            <p:nvPr/>
          </p:nvCxnSpPr>
          <p:spPr>
            <a:xfrm flipH="1">
              <a:off x="1181175" y="1576350"/>
              <a:ext cx="196500" cy="185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34"/>
            <p:cNvCxnSpPr/>
            <p:nvPr/>
          </p:nvCxnSpPr>
          <p:spPr>
            <a:xfrm flipH="1">
              <a:off x="1210275" y="1172025"/>
              <a:ext cx="184800" cy="161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20" name="Google Shape;920;p34"/>
          <p:cNvCxnSpPr>
            <a:endCxn id="908" idx="2"/>
          </p:cNvCxnSpPr>
          <p:nvPr/>
        </p:nvCxnSpPr>
        <p:spPr>
          <a:xfrm flipH="1" rot="10800000">
            <a:off x="1751800" y="1258050"/>
            <a:ext cx="1476300" cy="27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34"/>
          <p:cNvSpPr txBox="1"/>
          <p:nvPr/>
        </p:nvSpPr>
        <p:spPr>
          <a:xfrm>
            <a:off x="970841" y="1770675"/>
            <a:ext cx="1028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Độc Giả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922" name="Google Shape;922;p34"/>
          <p:cNvSpPr txBox="1"/>
          <p:nvPr/>
        </p:nvSpPr>
        <p:spPr>
          <a:xfrm>
            <a:off x="7102240" y="3754265"/>
            <a:ext cx="954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</a:rPr>
              <a:t>Thủ thư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923" name="Google Shape;923;p34"/>
          <p:cNvSpPr txBox="1"/>
          <p:nvPr/>
        </p:nvSpPr>
        <p:spPr>
          <a:xfrm>
            <a:off x="3244600" y="419800"/>
            <a:ext cx="2773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thư viện</a:t>
            </a:r>
            <a:endParaRPr b="1">
              <a:solidFill>
                <a:srgbClr val="595959"/>
              </a:solidFill>
            </a:endParaRPr>
          </a:p>
        </p:txBody>
      </p:sp>
      <p:grpSp>
        <p:nvGrpSpPr>
          <p:cNvPr id="924" name="Google Shape;924;p34"/>
          <p:cNvGrpSpPr/>
          <p:nvPr/>
        </p:nvGrpSpPr>
        <p:grpSpPr>
          <a:xfrm>
            <a:off x="1351961" y="1170166"/>
            <a:ext cx="290729" cy="647418"/>
            <a:chOff x="1181175" y="779025"/>
            <a:chExt cx="416100" cy="982425"/>
          </a:xfrm>
        </p:grpSpPr>
        <p:sp>
          <p:nvSpPr>
            <p:cNvPr id="925" name="Google Shape;925;p34"/>
            <p:cNvSpPr/>
            <p:nvPr/>
          </p:nvSpPr>
          <p:spPr>
            <a:xfrm>
              <a:off x="1253475" y="779025"/>
              <a:ext cx="265800" cy="254400"/>
            </a:xfrm>
            <a:prstGeom prst="flowChartConnector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6" name="Google Shape;926;p34"/>
            <p:cNvCxnSpPr>
              <a:stCxn id="925" idx="4"/>
            </p:cNvCxnSpPr>
            <p:nvPr/>
          </p:nvCxnSpPr>
          <p:spPr>
            <a:xfrm>
              <a:off x="1386375" y="1033425"/>
              <a:ext cx="3000" cy="55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34"/>
            <p:cNvCxnSpPr/>
            <p:nvPr/>
          </p:nvCxnSpPr>
          <p:spPr>
            <a:xfrm>
              <a:off x="1377675" y="1166175"/>
              <a:ext cx="219600" cy="17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34"/>
            <p:cNvCxnSpPr/>
            <p:nvPr/>
          </p:nvCxnSpPr>
          <p:spPr>
            <a:xfrm>
              <a:off x="1377675" y="1576350"/>
              <a:ext cx="219600" cy="17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34"/>
            <p:cNvCxnSpPr/>
            <p:nvPr/>
          </p:nvCxnSpPr>
          <p:spPr>
            <a:xfrm flipH="1">
              <a:off x="1181175" y="1576350"/>
              <a:ext cx="196500" cy="185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0" name="Google Shape;930;p34"/>
            <p:cNvCxnSpPr/>
            <p:nvPr/>
          </p:nvCxnSpPr>
          <p:spPr>
            <a:xfrm flipH="1">
              <a:off x="1210275" y="1172025"/>
              <a:ext cx="184800" cy="161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31" name="Google Shape;931;p34"/>
          <p:cNvCxnSpPr>
            <a:stCxn id="909" idx="6"/>
          </p:cNvCxnSpPr>
          <p:nvPr/>
        </p:nvCxnSpPr>
        <p:spPr>
          <a:xfrm>
            <a:off x="5839992" y="2602700"/>
            <a:ext cx="1476900" cy="8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34"/>
          <p:cNvCxnSpPr>
            <a:stCxn id="912" idx="6"/>
          </p:cNvCxnSpPr>
          <p:nvPr/>
        </p:nvCxnSpPr>
        <p:spPr>
          <a:xfrm>
            <a:off x="5839992" y="3165098"/>
            <a:ext cx="1485900" cy="3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34"/>
          <p:cNvCxnSpPr>
            <a:stCxn id="911" idx="6"/>
          </p:cNvCxnSpPr>
          <p:nvPr/>
        </p:nvCxnSpPr>
        <p:spPr>
          <a:xfrm flipH="1" rot="10800000">
            <a:off x="5880875" y="3568398"/>
            <a:ext cx="1428900" cy="1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34"/>
          <p:cNvCxnSpPr>
            <a:stCxn id="910" idx="6"/>
          </p:cNvCxnSpPr>
          <p:nvPr/>
        </p:nvCxnSpPr>
        <p:spPr>
          <a:xfrm flipH="1" rot="10800000">
            <a:off x="5880875" y="3616800"/>
            <a:ext cx="1470300" cy="68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34"/>
          <p:cNvSpPr/>
          <p:nvPr/>
        </p:nvSpPr>
        <p:spPr>
          <a:xfrm>
            <a:off x="3257299" y="1691300"/>
            <a:ext cx="1288500" cy="49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tài khoản</a:t>
            </a:r>
            <a:endParaRPr sz="1200"/>
          </a:p>
        </p:txBody>
      </p:sp>
      <p:cxnSp>
        <p:nvCxnSpPr>
          <p:cNvPr id="936" name="Google Shape;936;p34"/>
          <p:cNvCxnSpPr>
            <a:stCxn id="935" idx="2"/>
          </p:cNvCxnSpPr>
          <p:nvPr/>
        </p:nvCxnSpPr>
        <p:spPr>
          <a:xfrm rot="10800000">
            <a:off x="1772599" y="1658750"/>
            <a:ext cx="1484700" cy="2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5"/>
          <p:cNvSpPr/>
          <p:nvPr/>
        </p:nvSpPr>
        <p:spPr>
          <a:xfrm>
            <a:off x="2131225" y="158675"/>
            <a:ext cx="3921600" cy="48816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5"/>
          <p:cNvSpPr/>
          <p:nvPr/>
        </p:nvSpPr>
        <p:spPr>
          <a:xfrm>
            <a:off x="851465" y="18716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3" name="Google Shape;943;p35"/>
          <p:cNvCxnSpPr>
            <a:stCxn id="942" idx="4"/>
          </p:cNvCxnSpPr>
          <p:nvPr/>
        </p:nvCxnSpPr>
        <p:spPr>
          <a:xfrm>
            <a:off x="923615" y="19946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35"/>
          <p:cNvCxnSpPr/>
          <p:nvPr/>
        </p:nvCxnSpPr>
        <p:spPr>
          <a:xfrm flipH="1">
            <a:off x="783187" y="22190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35"/>
          <p:cNvCxnSpPr/>
          <p:nvPr/>
        </p:nvCxnSpPr>
        <p:spPr>
          <a:xfrm>
            <a:off x="930904" y="22221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35"/>
          <p:cNvCxnSpPr/>
          <p:nvPr/>
        </p:nvCxnSpPr>
        <p:spPr>
          <a:xfrm>
            <a:off x="725721" y="21084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" name="Google Shape;947;p35"/>
          <p:cNvSpPr/>
          <p:nvPr/>
        </p:nvSpPr>
        <p:spPr>
          <a:xfrm>
            <a:off x="3328125" y="579525"/>
            <a:ext cx="1649100" cy="581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Đăng Tin</a:t>
            </a:r>
            <a:endParaRPr/>
          </a:p>
        </p:txBody>
      </p:sp>
      <p:sp>
        <p:nvSpPr>
          <p:cNvPr id="948" name="Google Shape;948;p35"/>
          <p:cNvSpPr/>
          <p:nvPr/>
        </p:nvSpPr>
        <p:spPr>
          <a:xfrm>
            <a:off x="3328125" y="2135925"/>
            <a:ext cx="1680000" cy="619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Giám sát An ninh</a:t>
            </a:r>
            <a:endParaRPr/>
          </a:p>
        </p:txBody>
      </p:sp>
      <p:sp>
        <p:nvSpPr>
          <p:cNvPr id="949" name="Google Shape;949;p35"/>
          <p:cNvSpPr/>
          <p:nvPr/>
        </p:nvSpPr>
        <p:spPr>
          <a:xfrm>
            <a:off x="3328125" y="3552650"/>
            <a:ext cx="1680000" cy="619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Đăng ký dịch vụ</a:t>
            </a:r>
            <a:endParaRPr/>
          </a:p>
        </p:txBody>
      </p:sp>
      <p:sp>
        <p:nvSpPr>
          <p:cNvPr id="950" name="Google Shape;950;p35"/>
          <p:cNvSpPr/>
          <p:nvPr/>
        </p:nvSpPr>
        <p:spPr>
          <a:xfrm>
            <a:off x="3320350" y="4285950"/>
            <a:ext cx="1680000" cy="619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Thu phí Dịch vụ</a:t>
            </a:r>
            <a:endParaRPr/>
          </a:p>
        </p:txBody>
      </p:sp>
      <p:sp>
        <p:nvSpPr>
          <p:cNvPr id="951" name="Google Shape;951;p35"/>
          <p:cNvSpPr txBox="1"/>
          <p:nvPr/>
        </p:nvSpPr>
        <p:spPr>
          <a:xfrm>
            <a:off x="530490" y="2419450"/>
            <a:ext cx="779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Bảo Vệ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952" name="Google Shape;952;p35"/>
          <p:cNvSpPr/>
          <p:nvPr/>
        </p:nvSpPr>
        <p:spPr>
          <a:xfrm>
            <a:off x="3351248" y="2886000"/>
            <a:ext cx="1649100" cy="581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Phản hồi Góp ý</a:t>
            </a:r>
            <a:endParaRPr/>
          </a:p>
        </p:txBody>
      </p:sp>
      <p:sp>
        <p:nvSpPr>
          <p:cNvPr id="953" name="Google Shape;953;p35"/>
          <p:cNvSpPr txBox="1"/>
          <p:nvPr/>
        </p:nvSpPr>
        <p:spPr>
          <a:xfrm>
            <a:off x="1071321" y="4265950"/>
            <a:ext cx="724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Lễ Tân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954" name="Google Shape;954;p35"/>
          <p:cNvSpPr txBox="1"/>
          <p:nvPr/>
        </p:nvSpPr>
        <p:spPr>
          <a:xfrm>
            <a:off x="2220775" y="163115"/>
            <a:ext cx="38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chung cư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955" name="Google Shape;955;p35"/>
          <p:cNvSpPr/>
          <p:nvPr/>
        </p:nvSpPr>
        <p:spPr>
          <a:xfrm>
            <a:off x="1364181" y="3721092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6" name="Google Shape;956;p35"/>
          <p:cNvCxnSpPr>
            <a:stCxn id="955" idx="4"/>
          </p:cNvCxnSpPr>
          <p:nvPr/>
        </p:nvCxnSpPr>
        <p:spPr>
          <a:xfrm>
            <a:off x="1436331" y="3844092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35"/>
          <p:cNvCxnSpPr/>
          <p:nvPr/>
        </p:nvCxnSpPr>
        <p:spPr>
          <a:xfrm flipH="1">
            <a:off x="1295903" y="4068492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35"/>
          <p:cNvCxnSpPr/>
          <p:nvPr/>
        </p:nvCxnSpPr>
        <p:spPr>
          <a:xfrm>
            <a:off x="1443620" y="4071608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35"/>
          <p:cNvCxnSpPr/>
          <p:nvPr/>
        </p:nvCxnSpPr>
        <p:spPr>
          <a:xfrm>
            <a:off x="1238437" y="3957926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35"/>
          <p:cNvSpPr txBox="1"/>
          <p:nvPr/>
        </p:nvSpPr>
        <p:spPr>
          <a:xfrm>
            <a:off x="6786321" y="3656350"/>
            <a:ext cx="724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Cư Dân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961" name="Google Shape;961;p35"/>
          <p:cNvSpPr/>
          <p:nvPr/>
        </p:nvSpPr>
        <p:spPr>
          <a:xfrm>
            <a:off x="7079181" y="3111492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2" name="Google Shape;962;p35"/>
          <p:cNvCxnSpPr>
            <a:stCxn id="961" idx="4"/>
          </p:cNvCxnSpPr>
          <p:nvPr/>
        </p:nvCxnSpPr>
        <p:spPr>
          <a:xfrm>
            <a:off x="7151331" y="3234492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35"/>
          <p:cNvCxnSpPr/>
          <p:nvPr/>
        </p:nvCxnSpPr>
        <p:spPr>
          <a:xfrm flipH="1">
            <a:off x="7010903" y="3458892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35"/>
          <p:cNvCxnSpPr/>
          <p:nvPr/>
        </p:nvCxnSpPr>
        <p:spPr>
          <a:xfrm>
            <a:off x="7158620" y="3462008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35"/>
          <p:cNvCxnSpPr/>
          <p:nvPr/>
        </p:nvCxnSpPr>
        <p:spPr>
          <a:xfrm>
            <a:off x="6953437" y="3348326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35"/>
          <p:cNvSpPr txBox="1"/>
          <p:nvPr/>
        </p:nvSpPr>
        <p:spPr>
          <a:xfrm>
            <a:off x="6703231" y="1141750"/>
            <a:ext cx="900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Quản Lý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967" name="Google Shape;967;p35"/>
          <p:cNvSpPr/>
          <p:nvPr/>
        </p:nvSpPr>
        <p:spPr>
          <a:xfrm>
            <a:off x="7079181" y="520692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8" name="Google Shape;968;p35"/>
          <p:cNvCxnSpPr/>
          <p:nvPr/>
        </p:nvCxnSpPr>
        <p:spPr>
          <a:xfrm>
            <a:off x="7151331" y="719892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35"/>
          <p:cNvCxnSpPr/>
          <p:nvPr/>
        </p:nvCxnSpPr>
        <p:spPr>
          <a:xfrm flipH="1">
            <a:off x="7010903" y="944292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35"/>
          <p:cNvCxnSpPr/>
          <p:nvPr/>
        </p:nvCxnSpPr>
        <p:spPr>
          <a:xfrm>
            <a:off x="7158620" y="947408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35"/>
          <p:cNvCxnSpPr/>
          <p:nvPr/>
        </p:nvCxnSpPr>
        <p:spPr>
          <a:xfrm>
            <a:off x="6953437" y="833726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35"/>
          <p:cNvCxnSpPr>
            <a:stCxn id="947" idx="6"/>
          </p:cNvCxnSpPr>
          <p:nvPr/>
        </p:nvCxnSpPr>
        <p:spPr>
          <a:xfrm>
            <a:off x="4977225" y="870075"/>
            <a:ext cx="1973400" cy="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35"/>
          <p:cNvCxnSpPr>
            <a:stCxn id="952" idx="6"/>
          </p:cNvCxnSpPr>
          <p:nvPr/>
        </p:nvCxnSpPr>
        <p:spPr>
          <a:xfrm>
            <a:off x="5000348" y="3176550"/>
            <a:ext cx="1991700" cy="2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35"/>
          <p:cNvCxnSpPr>
            <a:stCxn id="948" idx="2"/>
          </p:cNvCxnSpPr>
          <p:nvPr/>
        </p:nvCxnSpPr>
        <p:spPr>
          <a:xfrm rot="10800000">
            <a:off x="1145325" y="2233725"/>
            <a:ext cx="2182800" cy="2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35"/>
          <p:cNvCxnSpPr>
            <a:stCxn id="949" idx="2"/>
          </p:cNvCxnSpPr>
          <p:nvPr/>
        </p:nvCxnSpPr>
        <p:spPr>
          <a:xfrm flipH="1">
            <a:off x="1689825" y="3862550"/>
            <a:ext cx="1638300" cy="1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35"/>
          <p:cNvCxnSpPr>
            <a:stCxn id="950" idx="2"/>
          </p:cNvCxnSpPr>
          <p:nvPr/>
        </p:nvCxnSpPr>
        <p:spPr>
          <a:xfrm rot="10800000">
            <a:off x="1731250" y="4172850"/>
            <a:ext cx="15891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35"/>
          <p:cNvSpPr/>
          <p:nvPr/>
        </p:nvSpPr>
        <p:spPr>
          <a:xfrm>
            <a:off x="3328125" y="1341525"/>
            <a:ext cx="1649100" cy="581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Tiếp nhận phản hồi</a:t>
            </a:r>
            <a:endParaRPr/>
          </a:p>
        </p:txBody>
      </p:sp>
      <p:cxnSp>
        <p:nvCxnSpPr>
          <p:cNvPr id="978" name="Google Shape;978;p35"/>
          <p:cNvCxnSpPr>
            <a:stCxn id="977" idx="6"/>
          </p:cNvCxnSpPr>
          <p:nvPr/>
        </p:nvCxnSpPr>
        <p:spPr>
          <a:xfrm flipH="1" rot="10800000">
            <a:off x="4977225" y="1001175"/>
            <a:ext cx="1987200" cy="6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6"/>
          <p:cNvSpPr/>
          <p:nvPr/>
        </p:nvSpPr>
        <p:spPr>
          <a:xfrm>
            <a:off x="2554298" y="172825"/>
            <a:ext cx="3990575" cy="4662425"/>
          </a:xfrm>
          <a:prstGeom prst="flowChartProcess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6"/>
          <p:cNvSpPr/>
          <p:nvPr/>
        </p:nvSpPr>
        <p:spPr>
          <a:xfrm>
            <a:off x="4050511" y="3989756"/>
            <a:ext cx="1512000" cy="660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Sử dụng Học liệu</a:t>
            </a:r>
            <a:endParaRPr sz="1200"/>
          </a:p>
        </p:txBody>
      </p:sp>
      <p:sp>
        <p:nvSpPr>
          <p:cNvPr id="985" name="Google Shape;985;p36"/>
          <p:cNvSpPr/>
          <p:nvPr/>
        </p:nvSpPr>
        <p:spPr>
          <a:xfrm>
            <a:off x="4146800" y="2353900"/>
            <a:ext cx="1386900" cy="660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Thảo luận</a:t>
            </a:r>
            <a:endParaRPr sz="1200"/>
          </a:p>
        </p:txBody>
      </p:sp>
      <p:sp>
        <p:nvSpPr>
          <p:cNvPr id="986" name="Google Shape;986;p36"/>
          <p:cNvSpPr/>
          <p:nvPr/>
        </p:nvSpPr>
        <p:spPr>
          <a:xfrm>
            <a:off x="2812363" y="1716225"/>
            <a:ext cx="1428300" cy="6174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cấu hình</a:t>
            </a:r>
            <a:endParaRPr sz="1200"/>
          </a:p>
        </p:txBody>
      </p:sp>
      <p:sp>
        <p:nvSpPr>
          <p:cNvPr id="987" name="Google Shape;987;p36"/>
          <p:cNvSpPr/>
          <p:nvPr/>
        </p:nvSpPr>
        <p:spPr>
          <a:xfrm>
            <a:off x="4363751" y="1371159"/>
            <a:ext cx="1386900" cy="6174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Lớp học</a:t>
            </a:r>
            <a:endParaRPr sz="1200"/>
          </a:p>
        </p:txBody>
      </p:sp>
      <p:sp>
        <p:nvSpPr>
          <p:cNvPr id="988" name="Google Shape;988;p36"/>
          <p:cNvSpPr/>
          <p:nvPr/>
        </p:nvSpPr>
        <p:spPr>
          <a:xfrm>
            <a:off x="4874050" y="652401"/>
            <a:ext cx="1386900" cy="559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Biên soạn Học liệu</a:t>
            </a:r>
            <a:endParaRPr sz="1200"/>
          </a:p>
        </p:txBody>
      </p:sp>
      <p:sp>
        <p:nvSpPr>
          <p:cNvPr id="989" name="Google Shape;989;p36"/>
          <p:cNvSpPr/>
          <p:nvPr/>
        </p:nvSpPr>
        <p:spPr>
          <a:xfrm>
            <a:off x="2759625" y="851950"/>
            <a:ext cx="1512000" cy="660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</a:t>
            </a:r>
            <a:r>
              <a:rPr lang="en-GB" sz="1200"/>
              <a:t>ý</a:t>
            </a:r>
            <a:r>
              <a:rPr lang="en-GB" sz="1200"/>
              <a:t> </a:t>
            </a:r>
            <a:r>
              <a:rPr lang="en-GB" sz="1200"/>
              <a:t>tài khoản</a:t>
            </a:r>
            <a:endParaRPr sz="1200"/>
          </a:p>
        </p:txBody>
      </p:sp>
      <p:sp>
        <p:nvSpPr>
          <p:cNvPr id="990" name="Google Shape;990;p36"/>
          <p:cNvSpPr/>
          <p:nvPr/>
        </p:nvSpPr>
        <p:spPr>
          <a:xfrm>
            <a:off x="4050499" y="3282075"/>
            <a:ext cx="1512000" cy="5985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Đăng ký </a:t>
            </a:r>
            <a:r>
              <a:rPr lang="en-GB" sz="1200"/>
              <a:t>K</a:t>
            </a:r>
            <a:r>
              <a:rPr lang="en-GB" sz="1200"/>
              <a:t>hóa học</a:t>
            </a:r>
            <a:endParaRPr sz="1200"/>
          </a:p>
        </p:txBody>
      </p:sp>
      <p:cxnSp>
        <p:nvCxnSpPr>
          <p:cNvPr id="991" name="Google Shape;991;p36"/>
          <p:cNvCxnSpPr>
            <a:endCxn id="989" idx="2"/>
          </p:cNvCxnSpPr>
          <p:nvPr/>
        </p:nvCxnSpPr>
        <p:spPr>
          <a:xfrm flipH="1" rot="10800000">
            <a:off x="1922025" y="1182400"/>
            <a:ext cx="837600" cy="300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36"/>
          <p:cNvCxnSpPr>
            <a:endCxn id="986" idx="1"/>
          </p:cNvCxnSpPr>
          <p:nvPr/>
        </p:nvCxnSpPr>
        <p:spPr>
          <a:xfrm>
            <a:off x="1949632" y="1662341"/>
            <a:ext cx="1071900" cy="14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36"/>
          <p:cNvCxnSpPr>
            <a:stCxn id="988" idx="6"/>
          </p:cNvCxnSpPr>
          <p:nvPr/>
        </p:nvCxnSpPr>
        <p:spPr>
          <a:xfrm>
            <a:off x="6260950" y="932001"/>
            <a:ext cx="1245900" cy="116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36"/>
          <p:cNvCxnSpPr>
            <a:stCxn id="987" idx="6"/>
          </p:cNvCxnSpPr>
          <p:nvPr/>
        </p:nvCxnSpPr>
        <p:spPr>
          <a:xfrm flipH="1" rot="10800000">
            <a:off x="5750651" y="1159059"/>
            <a:ext cx="1680300" cy="520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" name="Google Shape;995;p36"/>
          <p:cNvSpPr txBox="1"/>
          <p:nvPr/>
        </p:nvSpPr>
        <p:spPr>
          <a:xfrm>
            <a:off x="2557675" y="190750"/>
            <a:ext cx="3990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Hệ thống </a:t>
            </a:r>
            <a:r>
              <a:rPr b="1" lang="en-GB"/>
              <a:t>học trực tuyến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996" name="Google Shape;996;p36"/>
          <p:cNvSpPr txBox="1"/>
          <p:nvPr/>
        </p:nvSpPr>
        <p:spPr>
          <a:xfrm>
            <a:off x="1042272" y="1789875"/>
            <a:ext cx="1108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Quản trị viên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997" name="Google Shape;997;p36"/>
          <p:cNvSpPr txBox="1"/>
          <p:nvPr/>
        </p:nvSpPr>
        <p:spPr>
          <a:xfrm>
            <a:off x="7257026" y="1315800"/>
            <a:ext cx="1053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2836"/>
                </a:solidFill>
              </a:rPr>
              <a:t>Giảng Viên</a:t>
            </a:r>
            <a:endParaRPr sz="1200">
              <a:solidFill>
                <a:srgbClr val="082836"/>
              </a:solidFill>
            </a:endParaRPr>
          </a:p>
        </p:txBody>
      </p:sp>
      <p:sp>
        <p:nvSpPr>
          <p:cNvPr id="998" name="Google Shape;998;p36"/>
          <p:cNvSpPr txBox="1"/>
          <p:nvPr/>
        </p:nvSpPr>
        <p:spPr>
          <a:xfrm>
            <a:off x="7287538" y="4153850"/>
            <a:ext cx="86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82836"/>
                </a:solidFill>
              </a:rPr>
              <a:t>Sinh Viên</a:t>
            </a:r>
            <a:endParaRPr sz="1200">
              <a:solidFill>
                <a:srgbClr val="082836"/>
              </a:solidFill>
            </a:endParaRPr>
          </a:p>
        </p:txBody>
      </p:sp>
      <p:sp>
        <p:nvSpPr>
          <p:cNvPr id="999" name="Google Shape;999;p36"/>
          <p:cNvSpPr/>
          <p:nvPr/>
        </p:nvSpPr>
        <p:spPr>
          <a:xfrm>
            <a:off x="1537265" y="11858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0" name="Google Shape;1000;p36"/>
          <p:cNvCxnSpPr>
            <a:stCxn id="999" idx="4"/>
          </p:cNvCxnSpPr>
          <p:nvPr/>
        </p:nvCxnSpPr>
        <p:spPr>
          <a:xfrm>
            <a:off x="1609415" y="13088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36"/>
          <p:cNvCxnSpPr/>
          <p:nvPr/>
        </p:nvCxnSpPr>
        <p:spPr>
          <a:xfrm flipH="1">
            <a:off x="1468987" y="15332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36"/>
          <p:cNvCxnSpPr/>
          <p:nvPr/>
        </p:nvCxnSpPr>
        <p:spPr>
          <a:xfrm>
            <a:off x="1616704" y="15363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36"/>
          <p:cNvCxnSpPr/>
          <p:nvPr/>
        </p:nvCxnSpPr>
        <p:spPr>
          <a:xfrm>
            <a:off x="1411521" y="14226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36"/>
          <p:cNvSpPr/>
          <p:nvPr/>
        </p:nvSpPr>
        <p:spPr>
          <a:xfrm>
            <a:off x="7633265" y="35480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5" name="Google Shape;1005;p36"/>
          <p:cNvCxnSpPr>
            <a:stCxn id="1004" idx="4"/>
          </p:cNvCxnSpPr>
          <p:nvPr/>
        </p:nvCxnSpPr>
        <p:spPr>
          <a:xfrm>
            <a:off x="7705415" y="36710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36"/>
          <p:cNvCxnSpPr/>
          <p:nvPr/>
        </p:nvCxnSpPr>
        <p:spPr>
          <a:xfrm flipH="1">
            <a:off x="7564987" y="38954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36"/>
          <p:cNvCxnSpPr/>
          <p:nvPr/>
        </p:nvCxnSpPr>
        <p:spPr>
          <a:xfrm>
            <a:off x="7712704" y="38985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36"/>
          <p:cNvCxnSpPr/>
          <p:nvPr/>
        </p:nvCxnSpPr>
        <p:spPr>
          <a:xfrm>
            <a:off x="7507521" y="37848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36"/>
          <p:cNvSpPr/>
          <p:nvPr/>
        </p:nvSpPr>
        <p:spPr>
          <a:xfrm>
            <a:off x="7709465" y="7286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0" name="Google Shape;1010;p36"/>
          <p:cNvCxnSpPr>
            <a:stCxn id="1009" idx="4"/>
          </p:cNvCxnSpPr>
          <p:nvPr/>
        </p:nvCxnSpPr>
        <p:spPr>
          <a:xfrm>
            <a:off x="7781615" y="8516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36"/>
          <p:cNvCxnSpPr/>
          <p:nvPr/>
        </p:nvCxnSpPr>
        <p:spPr>
          <a:xfrm flipH="1">
            <a:off x="7641187" y="10760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36"/>
          <p:cNvCxnSpPr/>
          <p:nvPr/>
        </p:nvCxnSpPr>
        <p:spPr>
          <a:xfrm>
            <a:off x="7788904" y="10791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36"/>
          <p:cNvCxnSpPr/>
          <p:nvPr/>
        </p:nvCxnSpPr>
        <p:spPr>
          <a:xfrm>
            <a:off x="7583721" y="9654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36"/>
          <p:cNvCxnSpPr>
            <a:stCxn id="985" idx="7"/>
          </p:cNvCxnSpPr>
          <p:nvPr/>
        </p:nvCxnSpPr>
        <p:spPr>
          <a:xfrm flipH="1" rot="10800000">
            <a:off x="5330593" y="1227887"/>
            <a:ext cx="2196900" cy="12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36"/>
          <p:cNvCxnSpPr>
            <a:stCxn id="990" idx="6"/>
          </p:cNvCxnSpPr>
          <p:nvPr/>
        </p:nvCxnSpPr>
        <p:spPr>
          <a:xfrm>
            <a:off x="5562499" y="3581325"/>
            <a:ext cx="1882500" cy="2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36"/>
          <p:cNvCxnSpPr>
            <a:stCxn id="984" idx="6"/>
          </p:cNvCxnSpPr>
          <p:nvPr/>
        </p:nvCxnSpPr>
        <p:spPr>
          <a:xfrm flipH="1" rot="10800000">
            <a:off x="5562511" y="3958106"/>
            <a:ext cx="1854900" cy="3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7"/>
          <p:cNvSpPr/>
          <p:nvPr/>
        </p:nvSpPr>
        <p:spPr>
          <a:xfrm>
            <a:off x="2496550" y="159125"/>
            <a:ext cx="4378200" cy="49176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7"/>
          <p:cNvSpPr/>
          <p:nvPr/>
        </p:nvSpPr>
        <p:spPr>
          <a:xfrm>
            <a:off x="4754726" y="1783700"/>
            <a:ext cx="1635300" cy="471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tài khoản</a:t>
            </a:r>
            <a:endParaRPr/>
          </a:p>
        </p:txBody>
      </p:sp>
      <p:sp>
        <p:nvSpPr>
          <p:cNvPr id="1023" name="Google Shape;1023;p37"/>
          <p:cNvSpPr/>
          <p:nvPr/>
        </p:nvSpPr>
        <p:spPr>
          <a:xfrm>
            <a:off x="4061675" y="3634550"/>
            <a:ext cx="1661700" cy="603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khuyến mãi </a:t>
            </a:r>
            <a:endParaRPr/>
          </a:p>
        </p:txBody>
      </p:sp>
      <p:sp>
        <p:nvSpPr>
          <p:cNvPr id="1024" name="Google Shape;1024;p37"/>
          <p:cNvSpPr/>
          <p:nvPr/>
        </p:nvSpPr>
        <p:spPr>
          <a:xfrm>
            <a:off x="4781226" y="2395225"/>
            <a:ext cx="1635300" cy="5583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Hỗ trợ khách hàng</a:t>
            </a:r>
            <a:endParaRPr/>
          </a:p>
        </p:txBody>
      </p:sp>
      <p:sp>
        <p:nvSpPr>
          <p:cNvPr id="1025" name="Google Shape;1025;p37"/>
          <p:cNvSpPr/>
          <p:nvPr/>
        </p:nvSpPr>
        <p:spPr>
          <a:xfrm>
            <a:off x="4781233" y="579250"/>
            <a:ext cx="1635300" cy="471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dịch vụ</a:t>
            </a:r>
            <a:endParaRPr/>
          </a:p>
        </p:txBody>
      </p:sp>
      <p:sp>
        <p:nvSpPr>
          <p:cNvPr id="1026" name="Google Shape;1026;p37"/>
          <p:cNvSpPr/>
          <p:nvPr/>
        </p:nvSpPr>
        <p:spPr>
          <a:xfrm>
            <a:off x="4781233" y="1172163"/>
            <a:ext cx="1635300" cy="471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máy</a:t>
            </a:r>
            <a:endParaRPr/>
          </a:p>
        </p:txBody>
      </p:sp>
      <p:sp>
        <p:nvSpPr>
          <p:cNvPr id="1027" name="Google Shape;1027;p37"/>
          <p:cNvSpPr/>
          <p:nvPr/>
        </p:nvSpPr>
        <p:spPr>
          <a:xfrm>
            <a:off x="4061675" y="2963325"/>
            <a:ext cx="1620000" cy="603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nhân sự</a:t>
            </a:r>
            <a:endParaRPr/>
          </a:p>
        </p:txBody>
      </p:sp>
      <p:grpSp>
        <p:nvGrpSpPr>
          <p:cNvPr id="1028" name="Google Shape;1028;p37"/>
          <p:cNvGrpSpPr/>
          <p:nvPr/>
        </p:nvGrpSpPr>
        <p:grpSpPr>
          <a:xfrm>
            <a:off x="1199278" y="2075646"/>
            <a:ext cx="438833" cy="603925"/>
            <a:chOff x="252875" y="1165086"/>
            <a:chExt cx="828300" cy="1214164"/>
          </a:xfrm>
        </p:grpSpPr>
        <p:sp>
          <p:nvSpPr>
            <p:cNvPr id="1029" name="Google Shape;1029;p37"/>
            <p:cNvSpPr/>
            <p:nvPr/>
          </p:nvSpPr>
          <p:spPr>
            <a:xfrm>
              <a:off x="492400" y="1165086"/>
              <a:ext cx="356400" cy="3186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0" name="Google Shape;1030;p37"/>
            <p:cNvCxnSpPr>
              <a:stCxn id="1029" idx="4"/>
            </p:cNvCxnSpPr>
            <p:nvPr/>
          </p:nvCxnSpPr>
          <p:spPr>
            <a:xfrm flipH="1">
              <a:off x="665800" y="1483686"/>
              <a:ext cx="4800" cy="471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37"/>
            <p:cNvCxnSpPr/>
            <p:nvPr/>
          </p:nvCxnSpPr>
          <p:spPr>
            <a:xfrm flipH="1">
              <a:off x="322625" y="1936150"/>
              <a:ext cx="346800" cy="443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37"/>
            <p:cNvCxnSpPr/>
            <p:nvPr/>
          </p:nvCxnSpPr>
          <p:spPr>
            <a:xfrm>
              <a:off x="669425" y="1945750"/>
              <a:ext cx="356400" cy="423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37"/>
            <p:cNvCxnSpPr/>
            <p:nvPr/>
          </p:nvCxnSpPr>
          <p:spPr>
            <a:xfrm>
              <a:off x="252875" y="1705000"/>
              <a:ext cx="828300" cy="9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4" name="Google Shape;1034;p37"/>
          <p:cNvSpPr txBox="1"/>
          <p:nvPr/>
        </p:nvSpPr>
        <p:spPr>
          <a:xfrm>
            <a:off x="875625" y="2708675"/>
            <a:ext cx="1059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</a:t>
            </a:r>
            <a:r>
              <a:rPr lang="en-GB" sz="1200">
                <a:solidFill>
                  <a:srgbClr val="595959"/>
                </a:solidFill>
              </a:rPr>
              <a:t>H</a:t>
            </a:r>
            <a:r>
              <a:rPr lang="en-GB" sz="1200">
                <a:solidFill>
                  <a:srgbClr val="595959"/>
                </a:solidFill>
              </a:rPr>
              <a:t>àng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1035" name="Google Shape;1035;p37"/>
          <p:cNvCxnSpPr/>
          <p:nvPr/>
        </p:nvCxnSpPr>
        <p:spPr>
          <a:xfrm>
            <a:off x="3975788" y="3529163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37"/>
          <p:cNvSpPr txBox="1"/>
          <p:nvPr/>
        </p:nvSpPr>
        <p:spPr>
          <a:xfrm>
            <a:off x="2531025" y="186550"/>
            <a:ext cx="4336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quán net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1037" name="Google Shape;1037;p37"/>
          <p:cNvSpPr/>
          <p:nvPr/>
        </p:nvSpPr>
        <p:spPr>
          <a:xfrm>
            <a:off x="2773775" y="1924425"/>
            <a:ext cx="1394100" cy="5583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Gọi Dịch Vụ</a:t>
            </a: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7732653" y="824721"/>
            <a:ext cx="438833" cy="603925"/>
            <a:chOff x="252875" y="1165086"/>
            <a:chExt cx="828300" cy="1214164"/>
          </a:xfrm>
        </p:grpSpPr>
        <p:sp>
          <p:nvSpPr>
            <p:cNvPr id="1039" name="Google Shape;1039;p37"/>
            <p:cNvSpPr/>
            <p:nvPr/>
          </p:nvSpPr>
          <p:spPr>
            <a:xfrm>
              <a:off x="492400" y="1165086"/>
              <a:ext cx="356400" cy="3186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0" name="Google Shape;1040;p37"/>
            <p:cNvCxnSpPr>
              <a:stCxn id="1039" idx="4"/>
            </p:cNvCxnSpPr>
            <p:nvPr/>
          </p:nvCxnSpPr>
          <p:spPr>
            <a:xfrm flipH="1">
              <a:off x="665800" y="1483686"/>
              <a:ext cx="4800" cy="471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1" name="Google Shape;1041;p37"/>
            <p:cNvCxnSpPr/>
            <p:nvPr/>
          </p:nvCxnSpPr>
          <p:spPr>
            <a:xfrm flipH="1">
              <a:off x="322625" y="1936150"/>
              <a:ext cx="346800" cy="443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2" name="Google Shape;1042;p37"/>
            <p:cNvCxnSpPr/>
            <p:nvPr/>
          </p:nvCxnSpPr>
          <p:spPr>
            <a:xfrm>
              <a:off x="669425" y="1945750"/>
              <a:ext cx="356400" cy="423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3" name="Google Shape;1043;p37"/>
            <p:cNvCxnSpPr/>
            <p:nvPr/>
          </p:nvCxnSpPr>
          <p:spPr>
            <a:xfrm>
              <a:off x="252875" y="1705000"/>
              <a:ext cx="828300" cy="9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4" name="Google Shape;1044;p37"/>
          <p:cNvSpPr txBox="1"/>
          <p:nvPr/>
        </p:nvSpPr>
        <p:spPr>
          <a:xfrm>
            <a:off x="7409000" y="1457750"/>
            <a:ext cx="1059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</a:t>
            </a:r>
            <a:endParaRPr sz="1200">
              <a:solidFill>
                <a:srgbClr val="595959"/>
              </a:solidFill>
            </a:endParaRPr>
          </a:p>
        </p:txBody>
      </p:sp>
      <p:grpSp>
        <p:nvGrpSpPr>
          <p:cNvPr id="1045" name="Google Shape;1045;p37"/>
          <p:cNvGrpSpPr/>
          <p:nvPr/>
        </p:nvGrpSpPr>
        <p:grpSpPr>
          <a:xfrm>
            <a:off x="7732653" y="3415521"/>
            <a:ext cx="438833" cy="603925"/>
            <a:chOff x="252875" y="1165086"/>
            <a:chExt cx="828300" cy="1214164"/>
          </a:xfrm>
        </p:grpSpPr>
        <p:sp>
          <p:nvSpPr>
            <p:cNvPr id="1046" name="Google Shape;1046;p37"/>
            <p:cNvSpPr/>
            <p:nvPr/>
          </p:nvSpPr>
          <p:spPr>
            <a:xfrm>
              <a:off x="492400" y="1165086"/>
              <a:ext cx="356400" cy="3186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7" name="Google Shape;1047;p37"/>
            <p:cNvCxnSpPr>
              <a:stCxn id="1046" idx="4"/>
            </p:cNvCxnSpPr>
            <p:nvPr/>
          </p:nvCxnSpPr>
          <p:spPr>
            <a:xfrm flipH="1">
              <a:off x="665800" y="1483686"/>
              <a:ext cx="4800" cy="471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37"/>
            <p:cNvCxnSpPr/>
            <p:nvPr/>
          </p:nvCxnSpPr>
          <p:spPr>
            <a:xfrm flipH="1">
              <a:off x="322625" y="1936150"/>
              <a:ext cx="346800" cy="443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9" name="Google Shape;1049;p37"/>
            <p:cNvCxnSpPr/>
            <p:nvPr/>
          </p:nvCxnSpPr>
          <p:spPr>
            <a:xfrm>
              <a:off x="669425" y="1945750"/>
              <a:ext cx="356400" cy="423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0" name="Google Shape;1050;p37"/>
            <p:cNvCxnSpPr/>
            <p:nvPr/>
          </p:nvCxnSpPr>
          <p:spPr>
            <a:xfrm>
              <a:off x="252875" y="1705000"/>
              <a:ext cx="828300" cy="9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1" name="Google Shape;1051;p37"/>
          <p:cNvSpPr txBox="1"/>
          <p:nvPr/>
        </p:nvSpPr>
        <p:spPr>
          <a:xfrm>
            <a:off x="7409000" y="4048550"/>
            <a:ext cx="10593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Chủ Quán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052" name="Google Shape;1052;p37"/>
          <p:cNvSpPr/>
          <p:nvPr/>
        </p:nvSpPr>
        <p:spPr>
          <a:xfrm>
            <a:off x="2773775" y="2610225"/>
            <a:ext cx="1394100" cy="5583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Thanh Toán</a:t>
            </a:r>
            <a:endParaRPr/>
          </a:p>
        </p:txBody>
      </p:sp>
      <p:sp>
        <p:nvSpPr>
          <p:cNvPr id="1053" name="Google Shape;1053;p37"/>
          <p:cNvSpPr/>
          <p:nvPr/>
        </p:nvSpPr>
        <p:spPr>
          <a:xfrm>
            <a:off x="4061675" y="4320350"/>
            <a:ext cx="1661700" cy="603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</a:t>
            </a:r>
            <a:r>
              <a:rPr lang="en-GB"/>
              <a:t>thu chi</a:t>
            </a:r>
            <a:endParaRPr/>
          </a:p>
        </p:txBody>
      </p:sp>
      <p:cxnSp>
        <p:nvCxnSpPr>
          <p:cNvPr id="1054" name="Google Shape;1054;p37"/>
          <p:cNvCxnSpPr/>
          <p:nvPr/>
        </p:nvCxnSpPr>
        <p:spPr>
          <a:xfrm flipH="1">
            <a:off x="1765775" y="2203575"/>
            <a:ext cx="1008000" cy="20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37"/>
          <p:cNvCxnSpPr/>
          <p:nvPr/>
        </p:nvCxnSpPr>
        <p:spPr>
          <a:xfrm rot="10800000">
            <a:off x="1774775" y="2518275"/>
            <a:ext cx="999000" cy="3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37"/>
          <p:cNvCxnSpPr>
            <a:stCxn id="1027" idx="6"/>
          </p:cNvCxnSpPr>
          <p:nvPr/>
        </p:nvCxnSpPr>
        <p:spPr>
          <a:xfrm>
            <a:off x="5681675" y="3265275"/>
            <a:ext cx="2055000" cy="4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37"/>
          <p:cNvCxnSpPr>
            <a:stCxn id="1053" idx="6"/>
          </p:cNvCxnSpPr>
          <p:nvPr/>
        </p:nvCxnSpPr>
        <p:spPr>
          <a:xfrm flipH="1" rot="10800000">
            <a:off x="5723375" y="3869000"/>
            <a:ext cx="2013300" cy="7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37"/>
          <p:cNvCxnSpPr>
            <a:stCxn id="1023" idx="6"/>
          </p:cNvCxnSpPr>
          <p:nvPr/>
        </p:nvCxnSpPr>
        <p:spPr>
          <a:xfrm flipH="1" rot="10800000">
            <a:off x="5723375" y="3800000"/>
            <a:ext cx="1958100" cy="1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37"/>
          <p:cNvCxnSpPr>
            <a:stCxn id="1025" idx="6"/>
          </p:cNvCxnSpPr>
          <p:nvPr/>
        </p:nvCxnSpPr>
        <p:spPr>
          <a:xfrm>
            <a:off x="6416533" y="815200"/>
            <a:ext cx="1244100" cy="3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37"/>
          <p:cNvCxnSpPr>
            <a:stCxn id="1024" idx="6"/>
          </p:cNvCxnSpPr>
          <p:nvPr/>
        </p:nvCxnSpPr>
        <p:spPr>
          <a:xfrm flipH="1" rot="10800000">
            <a:off x="6416526" y="1304875"/>
            <a:ext cx="1244100" cy="13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37"/>
          <p:cNvCxnSpPr>
            <a:stCxn id="1026" idx="6"/>
          </p:cNvCxnSpPr>
          <p:nvPr/>
        </p:nvCxnSpPr>
        <p:spPr>
          <a:xfrm flipH="1" rot="10800000">
            <a:off x="6416533" y="1208313"/>
            <a:ext cx="1161600" cy="1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37"/>
          <p:cNvCxnSpPr>
            <a:stCxn id="1022" idx="6"/>
          </p:cNvCxnSpPr>
          <p:nvPr/>
        </p:nvCxnSpPr>
        <p:spPr>
          <a:xfrm flipH="1" rot="10800000">
            <a:off x="6390026" y="1284050"/>
            <a:ext cx="1201800" cy="7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8"/>
          <p:cNvSpPr/>
          <p:nvPr/>
        </p:nvSpPr>
        <p:spPr>
          <a:xfrm>
            <a:off x="2583675" y="499050"/>
            <a:ext cx="3967500" cy="4213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8"/>
          <p:cNvSpPr/>
          <p:nvPr/>
        </p:nvSpPr>
        <p:spPr>
          <a:xfrm>
            <a:off x="2938625" y="1365100"/>
            <a:ext cx="1213200" cy="437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Tra cứu đơn hàng</a:t>
            </a:r>
            <a:endParaRPr sz="1200"/>
          </a:p>
        </p:txBody>
      </p:sp>
      <p:sp>
        <p:nvSpPr>
          <p:cNvPr id="1069" name="Google Shape;1069;p38"/>
          <p:cNvSpPr/>
          <p:nvPr/>
        </p:nvSpPr>
        <p:spPr>
          <a:xfrm>
            <a:off x="4766177" y="1206025"/>
            <a:ext cx="1242300" cy="437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Tính cước</a:t>
            </a:r>
            <a:endParaRPr sz="1200"/>
          </a:p>
        </p:txBody>
      </p:sp>
      <p:sp>
        <p:nvSpPr>
          <p:cNvPr id="1070" name="Google Shape;1070;p38"/>
          <p:cNvSpPr/>
          <p:nvPr/>
        </p:nvSpPr>
        <p:spPr>
          <a:xfrm>
            <a:off x="3624428" y="3331378"/>
            <a:ext cx="1381800" cy="51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Xác nhận đơn hàng</a:t>
            </a:r>
            <a:endParaRPr sz="1200"/>
          </a:p>
        </p:txBody>
      </p:sp>
      <p:sp>
        <p:nvSpPr>
          <p:cNvPr id="1071" name="Google Shape;1071;p38"/>
          <p:cNvSpPr/>
          <p:nvPr/>
        </p:nvSpPr>
        <p:spPr>
          <a:xfrm>
            <a:off x="1314563" y="1015100"/>
            <a:ext cx="116100" cy="110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2" name="Google Shape;1072;p38"/>
          <p:cNvCxnSpPr/>
          <p:nvPr/>
        </p:nvCxnSpPr>
        <p:spPr>
          <a:xfrm>
            <a:off x="1372613" y="1125200"/>
            <a:ext cx="0" cy="22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38"/>
          <p:cNvCxnSpPr/>
          <p:nvPr/>
        </p:nvCxnSpPr>
        <p:spPr>
          <a:xfrm>
            <a:off x="1302413" y="1195775"/>
            <a:ext cx="14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38"/>
          <p:cNvCxnSpPr/>
          <p:nvPr/>
        </p:nvCxnSpPr>
        <p:spPr>
          <a:xfrm flipH="1">
            <a:off x="1281113" y="1352175"/>
            <a:ext cx="91500" cy="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38"/>
          <p:cNvCxnSpPr/>
          <p:nvPr/>
        </p:nvCxnSpPr>
        <p:spPr>
          <a:xfrm>
            <a:off x="1372613" y="1352175"/>
            <a:ext cx="87600" cy="8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38"/>
          <p:cNvSpPr txBox="1"/>
          <p:nvPr/>
        </p:nvSpPr>
        <p:spPr>
          <a:xfrm>
            <a:off x="829650" y="1447250"/>
            <a:ext cx="10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Người </a:t>
            </a:r>
            <a:r>
              <a:rPr lang="en-GB" sz="1200">
                <a:solidFill>
                  <a:srgbClr val="595959"/>
                </a:solidFill>
              </a:rPr>
              <a:t>Mua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077" name="Google Shape;1077;p38"/>
          <p:cNvSpPr/>
          <p:nvPr/>
        </p:nvSpPr>
        <p:spPr>
          <a:xfrm>
            <a:off x="2961575" y="882925"/>
            <a:ext cx="1213200" cy="369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Tạo đơn</a:t>
            </a:r>
            <a:endParaRPr sz="1200"/>
          </a:p>
        </p:txBody>
      </p:sp>
      <p:cxnSp>
        <p:nvCxnSpPr>
          <p:cNvPr id="1078" name="Google Shape;1078;p38"/>
          <p:cNvCxnSpPr>
            <a:endCxn id="1077" idx="2"/>
          </p:cNvCxnSpPr>
          <p:nvPr/>
        </p:nvCxnSpPr>
        <p:spPr>
          <a:xfrm flipH="1" rot="10800000">
            <a:off x="1579775" y="1067575"/>
            <a:ext cx="1381800" cy="16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38"/>
          <p:cNvCxnSpPr>
            <a:stCxn id="1069" idx="6"/>
            <a:endCxn id="1080" idx="1"/>
          </p:cNvCxnSpPr>
          <p:nvPr/>
        </p:nvCxnSpPr>
        <p:spPr>
          <a:xfrm flipH="1" rot="10800000">
            <a:off x="6008477" y="1414075"/>
            <a:ext cx="1149600" cy="10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0" name="Google Shape;1080;p38"/>
          <p:cNvSpPr/>
          <p:nvPr/>
        </p:nvSpPr>
        <p:spPr>
          <a:xfrm>
            <a:off x="7158114" y="1133076"/>
            <a:ext cx="1213200" cy="561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 tác nhân 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Đối tác vận chuyển</a:t>
            </a:r>
            <a:endParaRPr sz="1200"/>
          </a:p>
        </p:txBody>
      </p:sp>
      <p:sp>
        <p:nvSpPr>
          <p:cNvPr id="1081" name="Google Shape;1081;p38"/>
          <p:cNvSpPr txBox="1"/>
          <p:nvPr/>
        </p:nvSpPr>
        <p:spPr>
          <a:xfrm>
            <a:off x="2607225" y="491350"/>
            <a:ext cx="39441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</a:t>
            </a:r>
            <a:r>
              <a:rPr b="1" lang="en-GB">
                <a:solidFill>
                  <a:srgbClr val="595959"/>
                </a:solidFill>
              </a:rPr>
              <a:t>bán hàng</a:t>
            </a:r>
            <a:endParaRPr b="1">
              <a:solidFill>
                <a:srgbClr val="595959"/>
              </a:solidFill>
            </a:endParaRPr>
          </a:p>
        </p:txBody>
      </p:sp>
      <p:cxnSp>
        <p:nvCxnSpPr>
          <p:cNvPr id="1082" name="Google Shape;1082;p38"/>
          <p:cNvCxnSpPr>
            <a:stCxn id="1068" idx="2"/>
          </p:cNvCxnSpPr>
          <p:nvPr/>
        </p:nvCxnSpPr>
        <p:spPr>
          <a:xfrm rot="10800000">
            <a:off x="1579925" y="1313050"/>
            <a:ext cx="135870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38"/>
          <p:cNvCxnSpPr>
            <a:stCxn id="1077" idx="6"/>
            <a:endCxn id="1069" idx="2"/>
          </p:cNvCxnSpPr>
          <p:nvPr/>
        </p:nvCxnSpPr>
        <p:spPr>
          <a:xfrm>
            <a:off x="4174775" y="1067575"/>
            <a:ext cx="591300" cy="3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84" name="Google Shape;1084;p38"/>
          <p:cNvSpPr/>
          <p:nvPr/>
        </p:nvSpPr>
        <p:spPr>
          <a:xfrm>
            <a:off x="2938625" y="1898500"/>
            <a:ext cx="1213200" cy="437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Nhận hàng</a:t>
            </a:r>
            <a:endParaRPr sz="1200"/>
          </a:p>
        </p:txBody>
      </p:sp>
      <p:sp>
        <p:nvSpPr>
          <p:cNvPr id="1085" name="Google Shape;1085;p38"/>
          <p:cNvSpPr txBox="1"/>
          <p:nvPr/>
        </p:nvSpPr>
        <p:spPr>
          <a:xfrm>
            <a:off x="4241287" y="913270"/>
            <a:ext cx="1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&lt;&lt;include&gt;&gt;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086" name="Google Shape;1086;p38"/>
          <p:cNvCxnSpPr>
            <a:stCxn id="1084" idx="2"/>
          </p:cNvCxnSpPr>
          <p:nvPr/>
        </p:nvCxnSpPr>
        <p:spPr>
          <a:xfrm rot="10800000">
            <a:off x="1593725" y="1368250"/>
            <a:ext cx="1344900" cy="7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38"/>
          <p:cNvSpPr/>
          <p:nvPr/>
        </p:nvSpPr>
        <p:spPr>
          <a:xfrm>
            <a:off x="1771763" y="3301100"/>
            <a:ext cx="116100" cy="110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8" name="Google Shape;1088;p38"/>
          <p:cNvCxnSpPr/>
          <p:nvPr/>
        </p:nvCxnSpPr>
        <p:spPr>
          <a:xfrm>
            <a:off x="1829813" y="3411200"/>
            <a:ext cx="0" cy="22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38"/>
          <p:cNvCxnSpPr/>
          <p:nvPr/>
        </p:nvCxnSpPr>
        <p:spPr>
          <a:xfrm>
            <a:off x="1759613" y="3481775"/>
            <a:ext cx="14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38"/>
          <p:cNvCxnSpPr/>
          <p:nvPr/>
        </p:nvCxnSpPr>
        <p:spPr>
          <a:xfrm flipH="1">
            <a:off x="1738313" y="3638175"/>
            <a:ext cx="91500" cy="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38"/>
          <p:cNvCxnSpPr/>
          <p:nvPr/>
        </p:nvCxnSpPr>
        <p:spPr>
          <a:xfrm>
            <a:off x="1829813" y="3638175"/>
            <a:ext cx="87600" cy="8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38"/>
          <p:cNvSpPr txBox="1"/>
          <p:nvPr/>
        </p:nvSpPr>
        <p:spPr>
          <a:xfrm>
            <a:off x="1286850" y="3733250"/>
            <a:ext cx="10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Người Bán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093" name="Google Shape;1093;p38"/>
          <p:cNvSpPr/>
          <p:nvPr/>
        </p:nvSpPr>
        <p:spPr>
          <a:xfrm>
            <a:off x="3624428" y="4017178"/>
            <a:ext cx="1381800" cy="51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kho</a:t>
            </a:r>
            <a:endParaRPr sz="1200"/>
          </a:p>
        </p:txBody>
      </p:sp>
      <p:cxnSp>
        <p:nvCxnSpPr>
          <p:cNvPr id="1094" name="Google Shape;1094;p38"/>
          <p:cNvCxnSpPr>
            <a:stCxn id="1070" idx="2"/>
          </p:cNvCxnSpPr>
          <p:nvPr/>
        </p:nvCxnSpPr>
        <p:spPr>
          <a:xfrm flipH="1">
            <a:off x="2028428" y="3587578"/>
            <a:ext cx="15960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" name="Google Shape;1095;p38"/>
          <p:cNvSpPr/>
          <p:nvPr/>
        </p:nvSpPr>
        <p:spPr>
          <a:xfrm>
            <a:off x="3624428" y="2721778"/>
            <a:ext cx="1381800" cy="51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Đăng bán Sản phẩm</a:t>
            </a:r>
            <a:endParaRPr sz="1200"/>
          </a:p>
        </p:txBody>
      </p:sp>
      <p:cxnSp>
        <p:nvCxnSpPr>
          <p:cNvPr id="1096" name="Google Shape;1096;p38"/>
          <p:cNvCxnSpPr>
            <a:stCxn id="1095" idx="2"/>
          </p:cNvCxnSpPr>
          <p:nvPr/>
        </p:nvCxnSpPr>
        <p:spPr>
          <a:xfrm flipH="1">
            <a:off x="2021528" y="2977978"/>
            <a:ext cx="1602900" cy="54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38"/>
          <p:cNvCxnSpPr>
            <a:stCxn id="1093" idx="2"/>
          </p:cNvCxnSpPr>
          <p:nvPr/>
        </p:nvCxnSpPr>
        <p:spPr>
          <a:xfrm rot="10800000">
            <a:off x="2048828" y="3685078"/>
            <a:ext cx="1575600" cy="5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38"/>
          <p:cNvSpPr/>
          <p:nvPr/>
        </p:nvSpPr>
        <p:spPr>
          <a:xfrm>
            <a:off x="4689975" y="2196625"/>
            <a:ext cx="1502400" cy="437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Thanh toán Chi phí</a:t>
            </a:r>
            <a:endParaRPr sz="1200"/>
          </a:p>
        </p:txBody>
      </p:sp>
      <p:cxnSp>
        <p:nvCxnSpPr>
          <p:cNvPr id="1099" name="Google Shape;1099;p38"/>
          <p:cNvCxnSpPr>
            <a:stCxn id="1084" idx="6"/>
            <a:endCxn id="1098" idx="2"/>
          </p:cNvCxnSpPr>
          <p:nvPr/>
        </p:nvCxnSpPr>
        <p:spPr>
          <a:xfrm>
            <a:off x="4151825" y="2117350"/>
            <a:ext cx="538200" cy="29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00" name="Google Shape;1100;p38"/>
          <p:cNvSpPr txBox="1"/>
          <p:nvPr/>
        </p:nvSpPr>
        <p:spPr>
          <a:xfrm>
            <a:off x="4165087" y="1903870"/>
            <a:ext cx="1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&lt;&lt;include&gt;&gt;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01" name="Google Shape;1101;p38"/>
          <p:cNvSpPr/>
          <p:nvPr/>
        </p:nvSpPr>
        <p:spPr>
          <a:xfrm>
            <a:off x="7158114" y="2123319"/>
            <a:ext cx="1213200" cy="561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 tác nhân 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Đối tác </a:t>
            </a:r>
            <a:r>
              <a:rPr lang="en-GB" sz="1200"/>
              <a:t>thanh toán</a:t>
            </a:r>
            <a:endParaRPr sz="1200"/>
          </a:p>
        </p:txBody>
      </p:sp>
      <p:cxnSp>
        <p:nvCxnSpPr>
          <p:cNvPr id="1102" name="Google Shape;1102;p38"/>
          <p:cNvCxnSpPr>
            <a:stCxn id="1098" idx="6"/>
            <a:endCxn id="1101" idx="1"/>
          </p:cNvCxnSpPr>
          <p:nvPr/>
        </p:nvCxnSpPr>
        <p:spPr>
          <a:xfrm flipH="1" rot="10800000">
            <a:off x="6192375" y="2404375"/>
            <a:ext cx="9657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9"/>
          <p:cNvSpPr/>
          <p:nvPr/>
        </p:nvSpPr>
        <p:spPr>
          <a:xfrm>
            <a:off x="2478925" y="438600"/>
            <a:ext cx="4326900" cy="413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9"/>
          <p:cNvSpPr txBox="1"/>
          <p:nvPr/>
        </p:nvSpPr>
        <p:spPr>
          <a:xfrm>
            <a:off x="794630" y="1724766"/>
            <a:ext cx="995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109" name="Google Shape;1109;p39"/>
          <p:cNvSpPr txBox="1"/>
          <p:nvPr/>
        </p:nvSpPr>
        <p:spPr>
          <a:xfrm>
            <a:off x="829106" y="3606900"/>
            <a:ext cx="904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Quản lý 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110" name="Google Shape;1110;p39"/>
          <p:cNvSpPr txBox="1"/>
          <p:nvPr/>
        </p:nvSpPr>
        <p:spPr>
          <a:xfrm>
            <a:off x="7237226" y="1988950"/>
            <a:ext cx="10770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111" name="Google Shape;1111;p39"/>
          <p:cNvSpPr/>
          <p:nvPr/>
        </p:nvSpPr>
        <p:spPr>
          <a:xfrm>
            <a:off x="2940900" y="2884200"/>
            <a:ext cx="1493100" cy="565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ạo </a:t>
            </a:r>
            <a:r>
              <a:rPr lang="en-GB"/>
              <a:t>tua</a:t>
            </a:r>
            <a:endParaRPr/>
          </a:p>
        </p:txBody>
      </p:sp>
      <p:sp>
        <p:nvSpPr>
          <p:cNvPr id="1112" name="Google Shape;1112;p39"/>
          <p:cNvSpPr/>
          <p:nvPr/>
        </p:nvSpPr>
        <p:spPr>
          <a:xfrm>
            <a:off x="2920900" y="3637625"/>
            <a:ext cx="1631100" cy="565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nhân viên</a:t>
            </a:r>
            <a:endParaRPr/>
          </a:p>
        </p:txBody>
      </p:sp>
      <p:sp>
        <p:nvSpPr>
          <p:cNvPr id="1113" name="Google Shape;1113;p39"/>
          <p:cNvSpPr/>
          <p:nvPr/>
        </p:nvSpPr>
        <p:spPr>
          <a:xfrm>
            <a:off x="2973825" y="905450"/>
            <a:ext cx="1604400" cy="5694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Hỗ trợ khách hàng</a:t>
            </a:r>
            <a:endParaRPr/>
          </a:p>
        </p:txBody>
      </p:sp>
      <p:sp>
        <p:nvSpPr>
          <p:cNvPr id="1114" name="Google Shape;1114;p39"/>
          <p:cNvSpPr/>
          <p:nvPr/>
        </p:nvSpPr>
        <p:spPr>
          <a:xfrm>
            <a:off x="4916637" y="1311675"/>
            <a:ext cx="1523700" cy="565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Đặt </a:t>
            </a:r>
            <a:r>
              <a:rPr lang="en-GB"/>
              <a:t>chuyến</a:t>
            </a:r>
            <a:endParaRPr/>
          </a:p>
        </p:txBody>
      </p:sp>
      <p:sp>
        <p:nvSpPr>
          <p:cNvPr id="1115" name="Google Shape;1115;p39"/>
          <p:cNvSpPr/>
          <p:nvPr/>
        </p:nvSpPr>
        <p:spPr>
          <a:xfrm>
            <a:off x="4916625" y="2083775"/>
            <a:ext cx="1523700" cy="565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Tìm kiếm</a:t>
            </a:r>
            <a:endParaRPr/>
          </a:p>
        </p:txBody>
      </p:sp>
      <p:cxnSp>
        <p:nvCxnSpPr>
          <p:cNvPr id="1116" name="Google Shape;1116;p39"/>
          <p:cNvCxnSpPr>
            <a:stCxn id="1115" idx="6"/>
          </p:cNvCxnSpPr>
          <p:nvPr/>
        </p:nvCxnSpPr>
        <p:spPr>
          <a:xfrm flipH="1" rot="10800000">
            <a:off x="6440325" y="1871075"/>
            <a:ext cx="1128600" cy="495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39"/>
          <p:cNvCxnSpPr>
            <a:stCxn id="1114" idx="6"/>
          </p:cNvCxnSpPr>
          <p:nvPr/>
        </p:nvCxnSpPr>
        <p:spPr>
          <a:xfrm>
            <a:off x="6440337" y="1594575"/>
            <a:ext cx="1197600" cy="159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39"/>
          <p:cNvSpPr/>
          <p:nvPr/>
        </p:nvSpPr>
        <p:spPr>
          <a:xfrm>
            <a:off x="1238363" y="1319900"/>
            <a:ext cx="116100" cy="110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9" name="Google Shape;1119;p39"/>
          <p:cNvCxnSpPr/>
          <p:nvPr/>
        </p:nvCxnSpPr>
        <p:spPr>
          <a:xfrm>
            <a:off x="1296413" y="1430000"/>
            <a:ext cx="0" cy="22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39"/>
          <p:cNvCxnSpPr/>
          <p:nvPr/>
        </p:nvCxnSpPr>
        <p:spPr>
          <a:xfrm>
            <a:off x="1226213" y="1500575"/>
            <a:ext cx="14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39"/>
          <p:cNvCxnSpPr/>
          <p:nvPr/>
        </p:nvCxnSpPr>
        <p:spPr>
          <a:xfrm flipH="1">
            <a:off x="1204913" y="1656975"/>
            <a:ext cx="91500" cy="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39"/>
          <p:cNvCxnSpPr/>
          <p:nvPr/>
        </p:nvCxnSpPr>
        <p:spPr>
          <a:xfrm>
            <a:off x="1296413" y="1656975"/>
            <a:ext cx="87600" cy="8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3" name="Google Shape;1123;p39"/>
          <p:cNvSpPr/>
          <p:nvPr/>
        </p:nvSpPr>
        <p:spPr>
          <a:xfrm>
            <a:off x="7715363" y="1548500"/>
            <a:ext cx="116100" cy="110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4" name="Google Shape;1124;p39"/>
          <p:cNvCxnSpPr/>
          <p:nvPr/>
        </p:nvCxnSpPr>
        <p:spPr>
          <a:xfrm>
            <a:off x="7773413" y="1658600"/>
            <a:ext cx="0" cy="22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39"/>
          <p:cNvCxnSpPr/>
          <p:nvPr/>
        </p:nvCxnSpPr>
        <p:spPr>
          <a:xfrm>
            <a:off x="7703213" y="1729175"/>
            <a:ext cx="14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39"/>
          <p:cNvCxnSpPr/>
          <p:nvPr/>
        </p:nvCxnSpPr>
        <p:spPr>
          <a:xfrm flipH="1">
            <a:off x="7681913" y="1885575"/>
            <a:ext cx="91500" cy="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39"/>
          <p:cNvCxnSpPr/>
          <p:nvPr/>
        </p:nvCxnSpPr>
        <p:spPr>
          <a:xfrm>
            <a:off x="7773413" y="1885575"/>
            <a:ext cx="87600" cy="8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39"/>
          <p:cNvSpPr/>
          <p:nvPr/>
        </p:nvSpPr>
        <p:spPr>
          <a:xfrm>
            <a:off x="1231468" y="3224900"/>
            <a:ext cx="116100" cy="1101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9" name="Google Shape;1129;p39"/>
          <p:cNvCxnSpPr/>
          <p:nvPr/>
        </p:nvCxnSpPr>
        <p:spPr>
          <a:xfrm>
            <a:off x="1289518" y="3335000"/>
            <a:ext cx="0" cy="22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39"/>
          <p:cNvCxnSpPr/>
          <p:nvPr/>
        </p:nvCxnSpPr>
        <p:spPr>
          <a:xfrm>
            <a:off x="1219318" y="3405575"/>
            <a:ext cx="14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39"/>
          <p:cNvCxnSpPr/>
          <p:nvPr/>
        </p:nvCxnSpPr>
        <p:spPr>
          <a:xfrm flipH="1">
            <a:off x="1198018" y="3561975"/>
            <a:ext cx="91500" cy="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39"/>
          <p:cNvCxnSpPr/>
          <p:nvPr/>
        </p:nvCxnSpPr>
        <p:spPr>
          <a:xfrm>
            <a:off x="1289518" y="3561975"/>
            <a:ext cx="87600" cy="8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39"/>
          <p:cNvSpPr txBox="1"/>
          <p:nvPr/>
        </p:nvSpPr>
        <p:spPr>
          <a:xfrm>
            <a:off x="2475500" y="435825"/>
            <a:ext cx="43269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</a:t>
            </a:r>
            <a:r>
              <a:rPr b="1" lang="en-GB">
                <a:solidFill>
                  <a:srgbClr val="595959"/>
                </a:solidFill>
              </a:rPr>
              <a:t>quản lý tua du lịch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1134" name="Google Shape;1134;p39"/>
          <p:cNvSpPr/>
          <p:nvPr/>
        </p:nvSpPr>
        <p:spPr>
          <a:xfrm>
            <a:off x="2973825" y="1825576"/>
            <a:ext cx="1604400" cy="5694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Ghi nhật ký dẫn tua</a:t>
            </a:r>
            <a:endParaRPr/>
          </a:p>
        </p:txBody>
      </p:sp>
      <p:cxnSp>
        <p:nvCxnSpPr>
          <p:cNvPr id="1135" name="Google Shape;1135;p39"/>
          <p:cNvCxnSpPr/>
          <p:nvPr/>
        </p:nvCxnSpPr>
        <p:spPr>
          <a:xfrm flipH="1">
            <a:off x="1515225" y="1190150"/>
            <a:ext cx="14586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39"/>
          <p:cNvCxnSpPr/>
          <p:nvPr/>
        </p:nvCxnSpPr>
        <p:spPr>
          <a:xfrm rot="10800000">
            <a:off x="1540425" y="1622775"/>
            <a:ext cx="14334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39"/>
          <p:cNvCxnSpPr>
            <a:stCxn id="1111" idx="2"/>
          </p:cNvCxnSpPr>
          <p:nvPr/>
        </p:nvCxnSpPr>
        <p:spPr>
          <a:xfrm flipH="1">
            <a:off x="1482300" y="3167100"/>
            <a:ext cx="1458600" cy="24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39"/>
          <p:cNvCxnSpPr>
            <a:stCxn id="1112" idx="2"/>
          </p:cNvCxnSpPr>
          <p:nvPr/>
        </p:nvCxnSpPr>
        <p:spPr>
          <a:xfrm rot="10800000">
            <a:off x="1496200" y="3498125"/>
            <a:ext cx="1424700" cy="42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0"/>
          <p:cNvSpPr/>
          <p:nvPr/>
        </p:nvSpPr>
        <p:spPr>
          <a:xfrm>
            <a:off x="2531225" y="312275"/>
            <a:ext cx="3914400" cy="4468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0"/>
          <p:cNvSpPr/>
          <p:nvPr/>
        </p:nvSpPr>
        <p:spPr>
          <a:xfrm>
            <a:off x="3842325" y="737975"/>
            <a:ext cx="1552800" cy="42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Viết CV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40"/>
          <p:cNvSpPr/>
          <p:nvPr/>
        </p:nvSpPr>
        <p:spPr>
          <a:xfrm>
            <a:off x="3878500" y="1257275"/>
            <a:ext cx="1552800" cy="42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Tìm công việc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40"/>
          <p:cNvSpPr/>
          <p:nvPr/>
        </p:nvSpPr>
        <p:spPr>
          <a:xfrm>
            <a:off x="3806475" y="2389475"/>
            <a:ext cx="1624800" cy="501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công việc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7" name="Google Shape;1147;p40"/>
          <p:cNvSpPr/>
          <p:nvPr/>
        </p:nvSpPr>
        <p:spPr>
          <a:xfrm>
            <a:off x="3806450" y="2993625"/>
            <a:ext cx="1624800" cy="501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Lựa chọn ứng viên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8" name="Google Shape;1148;p40"/>
          <p:cNvSpPr/>
          <p:nvPr/>
        </p:nvSpPr>
        <p:spPr>
          <a:xfrm>
            <a:off x="3806475" y="1748525"/>
            <a:ext cx="1552800" cy="424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Đăng ký phỏng vấn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9" name="Google Shape;1149;p40"/>
          <p:cNvSpPr txBox="1"/>
          <p:nvPr/>
        </p:nvSpPr>
        <p:spPr>
          <a:xfrm>
            <a:off x="2531944" y="312285"/>
            <a:ext cx="3914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tuyển dụng </a:t>
            </a:r>
            <a:r>
              <a:rPr b="1"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việc làm</a:t>
            </a:r>
            <a:endParaRPr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40"/>
          <p:cNvSpPr/>
          <p:nvPr/>
        </p:nvSpPr>
        <p:spPr>
          <a:xfrm>
            <a:off x="4716750" y="4064450"/>
            <a:ext cx="1389300" cy="539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Kết nối Phỏng vấn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40"/>
          <p:cNvSpPr/>
          <p:nvPr/>
        </p:nvSpPr>
        <p:spPr>
          <a:xfrm>
            <a:off x="1765865" y="11096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2" name="Google Shape;1152;p40"/>
          <p:cNvCxnSpPr>
            <a:stCxn id="1151" idx="4"/>
          </p:cNvCxnSpPr>
          <p:nvPr/>
        </p:nvCxnSpPr>
        <p:spPr>
          <a:xfrm>
            <a:off x="1838015" y="12326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40"/>
          <p:cNvCxnSpPr/>
          <p:nvPr/>
        </p:nvCxnSpPr>
        <p:spPr>
          <a:xfrm flipH="1">
            <a:off x="1697587" y="14570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40"/>
          <p:cNvCxnSpPr/>
          <p:nvPr/>
        </p:nvCxnSpPr>
        <p:spPr>
          <a:xfrm>
            <a:off x="1845304" y="14601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40"/>
          <p:cNvCxnSpPr/>
          <p:nvPr/>
        </p:nvCxnSpPr>
        <p:spPr>
          <a:xfrm>
            <a:off x="1640121" y="13464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40"/>
          <p:cNvSpPr txBox="1"/>
          <p:nvPr/>
        </p:nvSpPr>
        <p:spPr>
          <a:xfrm>
            <a:off x="1390419" y="1657450"/>
            <a:ext cx="885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Ứng Viên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157" name="Google Shape;1157;p40"/>
          <p:cNvSpPr/>
          <p:nvPr/>
        </p:nvSpPr>
        <p:spPr>
          <a:xfrm>
            <a:off x="7120550" y="24050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8" name="Google Shape;1158;p40"/>
          <p:cNvCxnSpPr>
            <a:stCxn id="1157" idx="4"/>
          </p:cNvCxnSpPr>
          <p:nvPr/>
        </p:nvCxnSpPr>
        <p:spPr>
          <a:xfrm>
            <a:off x="7192700" y="25280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40"/>
          <p:cNvCxnSpPr/>
          <p:nvPr/>
        </p:nvCxnSpPr>
        <p:spPr>
          <a:xfrm flipH="1">
            <a:off x="7052272" y="27524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40"/>
          <p:cNvCxnSpPr/>
          <p:nvPr/>
        </p:nvCxnSpPr>
        <p:spPr>
          <a:xfrm>
            <a:off x="7199988" y="27555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40"/>
          <p:cNvCxnSpPr/>
          <p:nvPr/>
        </p:nvCxnSpPr>
        <p:spPr>
          <a:xfrm>
            <a:off x="6994806" y="26418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40"/>
          <p:cNvSpPr txBox="1"/>
          <p:nvPr/>
        </p:nvSpPr>
        <p:spPr>
          <a:xfrm>
            <a:off x="6636750" y="2952850"/>
            <a:ext cx="11148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Nhà Tuyển Dụng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1163" name="Google Shape;1163;p40"/>
          <p:cNvCxnSpPr>
            <a:stCxn id="1144" idx="2"/>
          </p:cNvCxnSpPr>
          <p:nvPr/>
        </p:nvCxnSpPr>
        <p:spPr>
          <a:xfrm flipH="1">
            <a:off x="2035725" y="950075"/>
            <a:ext cx="1806600" cy="47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40"/>
          <p:cNvCxnSpPr>
            <a:stCxn id="1145" idx="2"/>
          </p:cNvCxnSpPr>
          <p:nvPr/>
        </p:nvCxnSpPr>
        <p:spPr>
          <a:xfrm flipH="1">
            <a:off x="2063200" y="1469375"/>
            <a:ext cx="18153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40"/>
          <p:cNvCxnSpPr>
            <a:stCxn id="1148" idx="2"/>
          </p:cNvCxnSpPr>
          <p:nvPr/>
        </p:nvCxnSpPr>
        <p:spPr>
          <a:xfrm rot="10800000">
            <a:off x="2049375" y="1561325"/>
            <a:ext cx="1757100" cy="3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40"/>
          <p:cNvCxnSpPr>
            <a:stCxn id="1146" idx="6"/>
          </p:cNvCxnSpPr>
          <p:nvPr/>
        </p:nvCxnSpPr>
        <p:spPr>
          <a:xfrm>
            <a:off x="5431275" y="2639975"/>
            <a:ext cx="149280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40"/>
          <p:cNvCxnSpPr>
            <a:stCxn id="1147" idx="6"/>
          </p:cNvCxnSpPr>
          <p:nvPr/>
        </p:nvCxnSpPr>
        <p:spPr>
          <a:xfrm flipH="1" rot="10800000">
            <a:off x="5431250" y="2988525"/>
            <a:ext cx="1451400" cy="2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40"/>
          <p:cNvSpPr/>
          <p:nvPr/>
        </p:nvSpPr>
        <p:spPr>
          <a:xfrm>
            <a:off x="2811750" y="3607250"/>
            <a:ext cx="1389300" cy="539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Thanh toán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40"/>
          <p:cNvSpPr/>
          <p:nvPr/>
        </p:nvSpPr>
        <p:spPr>
          <a:xfrm>
            <a:off x="7120550" y="3548008"/>
            <a:ext cx="144300" cy="1230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0" name="Google Shape;1170;p40"/>
          <p:cNvCxnSpPr>
            <a:stCxn id="1169" idx="4"/>
          </p:cNvCxnSpPr>
          <p:nvPr/>
        </p:nvCxnSpPr>
        <p:spPr>
          <a:xfrm>
            <a:off x="7192700" y="3671008"/>
            <a:ext cx="0" cy="22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40"/>
          <p:cNvCxnSpPr/>
          <p:nvPr/>
        </p:nvCxnSpPr>
        <p:spPr>
          <a:xfrm flipH="1">
            <a:off x="7052272" y="3895408"/>
            <a:ext cx="144300" cy="23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40"/>
          <p:cNvCxnSpPr/>
          <p:nvPr/>
        </p:nvCxnSpPr>
        <p:spPr>
          <a:xfrm>
            <a:off x="7199988" y="3898523"/>
            <a:ext cx="120300" cy="23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40"/>
          <p:cNvCxnSpPr/>
          <p:nvPr/>
        </p:nvCxnSpPr>
        <p:spPr>
          <a:xfrm>
            <a:off x="6994806" y="3784842"/>
            <a:ext cx="3981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40"/>
          <p:cNvSpPr txBox="1"/>
          <p:nvPr/>
        </p:nvSpPr>
        <p:spPr>
          <a:xfrm>
            <a:off x="6792359" y="4095850"/>
            <a:ext cx="827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Môi giới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1175" name="Google Shape;1175;p40"/>
          <p:cNvCxnSpPr>
            <a:stCxn id="1150" idx="1"/>
            <a:endCxn id="1168" idx="6"/>
          </p:cNvCxnSpPr>
          <p:nvPr/>
        </p:nvCxnSpPr>
        <p:spPr>
          <a:xfrm rot="10800000">
            <a:off x="4201108" y="3876699"/>
            <a:ext cx="719100" cy="26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40"/>
          <p:cNvCxnSpPr>
            <a:stCxn id="1150" idx="6"/>
          </p:cNvCxnSpPr>
          <p:nvPr/>
        </p:nvCxnSpPr>
        <p:spPr>
          <a:xfrm flipH="1" rot="10800000">
            <a:off x="6106050" y="3898700"/>
            <a:ext cx="942000" cy="4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77" name="Google Shape;1177;p40"/>
          <p:cNvSpPr/>
          <p:nvPr/>
        </p:nvSpPr>
        <p:spPr>
          <a:xfrm>
            <a:off x="848919" y="3593705"/>
            <a:ext cx="1213200" cy="561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 tác nhân 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Đối tác thanh toán</a:t>
            </a:r>
            <a:endParaRPr sz="1200"/>
          </a:p>
        </p:txBody>
      </p:sp>
      <p:sp>
        <p:nvSpPr>
          <p:cNvPr id="1178" name="Google Shape;1178;p40"/>
          <p:cNvSpPr txBox="1"/>
          <p:nvPr/>
        </p:nvSpPr>
        <p:spPr>
          <a:xfrm>
            <a:off x="4317487" y="3732670"/>
            <a:ext cx="1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&lt;&lt;include&gt;&gt;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179" name="Google Shape;1179;p40"/>
          <p:cNvCxnSpPr>
            <a:stCxn id="1168" idx="2"/>
            <a:endCxn id="1177" idx="3"/>
          </p:cNvCxnSpPr>
          <p:nvPr/>
        </p:nvCxnSpPr>
        <p:spPr>
          <a:xfrm rot="10800000">
            <a:off x="2062050" y="3874700"/>
            <a:ext cx="7497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1"/>
          <p:cNvSpPr/>
          <p:nvPr/>
        </p:nvSpPr>
        <p:spPr>
          <a:xfrm>
            <a:off x="2306696" y="234800"/>
            <a:ext cx="4592100" cy="45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5" name="Google Shape;1185;p41"/>
          <p:cNvCxnSpPr/>
          <p:nvPr/>
        </p:nvCxnSpPr>
        <p:spPr>
          <a:xfrm>
            <a:off x="1304084" y="19151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41"/>
          <p:cNvCxnSpPr/>
          <p:nvPr/>
        </p:nvCxnSpPr>
        <p:spPr>
          <a:xfrm flipH="1">
            <a:off x="1162668" y="21870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41"/>
          <p:cNvCxnSpPr/>
          <p:nvPr/>
        </p:nvCxnSpPr>
        <p:spPr>
          <a:xfrm>
            <a:off x="1315863" y="21870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8" name="Google Shape;1188;p41"/>
          <p:cNvSpPr/>
          <p:nvPr/>
        </p:nvSpPr>
        <p:spPr>
          <a:xfrm>
            <a:off x="1239328" y="17507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9" name="Google Shape;1189;p41"/>
          <p:cNvCxnSpPr/>
          <p:nvPr/>
        </p:nvCxnSpPr>
        <p:spPr>
          <a:xfrm flipH="1" rot="10800000">
            <a:off x="1151025" y="19907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41"/>
          <p:cNvSpPr txBox="1"/>
          <p:nvPr/>
        </p:nvSpPr>
        <p:spPr>
          <a:xfrm>
            <a:off x="709195" y="2340950"/>
            <a:ext cx="1190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Khách hàng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41"/>
          <p:cNvSpPr/>
          <p:nvPr/>
        </p:nvSpPr>
        <p:spPr>
          <a:xfrm>
            <a:off x="2863225" y="2467500"/>
            <a:ext cx="1502400" cy="585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Đặt phòng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41"/>
          <p:cNvSpPr/>
          <p:nvPr/>
        </p:nvSpPr>
        <p:spPr>
          <a:xfrm>
            <a:off x="2851050" y="1781700"/>
            <a:ext cx="1502400" cy="585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Gửi đánh giá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3" name="Google Shape;1193;p41"/>
          <p:cNvSpPr/>
          <p:nvPr/>
        </p:nvSpPr>
        <p:spPr>
          <a:xfrm>
            <a:off x="2881075" y="3618399"/>
            <a:ext cx="1472400" cy="523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Thanh toán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41"/>
          <p:cNvSpPr/>
          <p:nvPr/>
        </p:nvSpPr>
        <p:spPr>
          <a:xfrm>
            <a:off x="4899050" y="2659763"/>
            <a:ext cx="1502400" cy="585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Nhận trả phòng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41"/>
          <p:cNvSpPr/>
          <p:nvPr/>
        </p:nvSpPr>
        <p:spPr>
          <a:xfrm>
            <a:off x="4772025" y="1804650"/>
            <a:ext cx="1473600" cy="655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Giao phòng cho khách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41"/>
          <p:cNvSpPr/>
          <p:nvPr/>
        </p:nvSpPr>
        <p:spPr>
          <a:xfrm>
            <a:off x="4745685" y="1127825"/>
            <a:ext cx="1502400" cy="585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Đăng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thông tin phòng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7" name="Google Shape;1197;p41"/>
          <p:cNvSpPr txBox="1"/>
          <p:nvPr/>
        </p:nvSpPr>
        <p:spPr>
          <a:xfrm>
            <a:off x="2306675" y="253800"/>
            <a:ext cx="4592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95959"/>
                </a:solidFill>
              </a:rPr>
              <a:t>Hệ thống q</a:t>
            </a:r>
            <a:r>
              <a:rPr b="1" lang="en-GB" sz="1600">
                <a:solidFill>
                  <a:srgbClr val="595959"/>
                </a:solidFill>
              </a:rPr>
              <a:t>uản lý khách sạn</a:t>
            </a:r>
            <a:endParaRPr b="1" sz="1600">
              <a:solidFill>
                <a:srgbClr val="595959"/>
              </a:solidFill>
            </a:endParaRPr>
          </a:p>
        </p:txBody>
      </p:sp>
      <p:cxnSp>
        <p:nvCxnSpPr>
          <p:cNvPr id="1198" name="Google Shape;1198;p41"/>
          <p:cNvCxnSpPr>
            <a:endCxn id="1191" idx="2"/>
          </p:cNvCxnSpPr>
          <p:nvPr/>
        </p:nvCxnSpPr>
        <p:spPr>
          <a:xfrm>
            <a:off x="1519225" y="2147400"/>
            <a:ext cx="1344000" cy="612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41"/>
          <p:cNvCxnSpPr>
            <a:stCxn id="1196" idx="6"/>
          </p:cNvCxnSpPr>
          <p:nvPr/>
        </p:nvCxnSpPr>
        <p:spPr>
          <a:xfrm>
            <a:off x="6248085" y="1420325"/>
            <a:ext cx="1473600" cy="51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41"/>
          <p:cNvCxnSpPr>
            <a:endCxn id="1195" idx="6"/>
          </p:cNvCxnSpPr>
          <p:nvPr/>
        </p:nvCxnSpPr>
        <p:spPr>
          <a:xfrm flipH="1">
            <a:off x="6245625" y="1986900"/>
            <a:ext cx="1413900" cy="145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41"/>
          <p:cNvCxnSpPr>
            <a:stCxn id="1194" idx="6"/>
          </p:cNvCxnSpPr>
          <p:nvPr/>
        </p:nvCxnSpPr>
        <p:spPr>
          <a:xfrm flipH="1" rot="10800000">
            <a:off x="6401450" y="2028563"/>
            <a:ext cx="1313100" cy="92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41"/>
          <p:cNvCxnSpPr>
            <a:stCxn id="1191" idx="4"/>
            <a:endCxn id="1193" idx="0"/>
          </p:cNvCxnSpPr>
          <p:nvPr/>
        </p:nvCxnSpPr>
        <p:spPr>
          <a:xfrm>
            <a:off x="3614425" y="3052500"/>
            <a:ext cx="3000" cy="565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03" name="Google Shape;1203;p41"/>
          <p:cNvSpPr txBox="1"/>
          <p:nvPr/>
        </p:nvSpPr>
        <p:spPr>
          <a:xfrm>
            <a:off x="2635775" y="3159725"/>
            <a:ext cx="980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&lt;&lt;include&gt;&gt;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4" name="Google Shape;1204;p41"/>
          <p:cNvSpPr/>
          <p:nvPr/>
        </p:nvSpPr>
        <p:spPr>
          <a:xfrm>
            <a:off x="2863225" y="1095900"/>
            <a:ext cx="1502400" cy="585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Tìm phòng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05" name="Google Shape;1205;p41"/>
          <p:cNvCxnSpPr>
            <a:stCxn id="1204" idx="2"/>
          </p:cNvCxnSpPr>
          <p:nvPr/>
        </p:nvCxnSpPr>
        <p:spPr>
          <a:xfrm flipH="1">
            <a:off x="1533025" y="1388400"/>
            <a:ext cx="1330200" cy="655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41"/>
          <p:cNvCxnSpPr>
            <a:stCxn id="1192" idx="2"/>
          </p:cNvCxnSpPr>
          <p:nvPr/>
        </p:nvCxnSpPr>
        <p:spPr>
          <a:xfrm flipH="1">
            <a:off x="1533150" y="2074200"/>
            <a:ext cx="1317900" cy="2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7" name="Google Shape;1207;p41"/>
          <p:cNvSpPr/>
          <p:nvPr/>
        </p:nvSpPr>
        <p:spPr>
          <a:xfrm>
            <a:off x="772719" y="3593705"/>
            <a:ext cx="1213200" cy="561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 tác nhân 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Đối tác thanh toán</a:t>
            </a:r>
            <a:endParaRPr sz="1200"/>
          </a:p>
        </p:txBody>
      </p:sp>
      <p:cxnSp>
        <p:nvCxnSpPr>
          <p:cNvPr id="1208" name="Google Shape;1208;p41"/>
          <p:cNvCxnSpPr>
            <a:stCxn id="1207" idx="3"/>
            <a:endCxn id="1193" idx="2"/>
          </p:cNvCxnSpPr>
          <p:nvPr/>
        </p:nvCxnSpPr>
        <p:spPr>
          <a:xfrm>
            <a:off x="1985919" y="3874655"/>
            <a:ext cx="8952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41"/>
          <p:cNvCxnSpPr/>
          <p:nvPr/>
        </p:nvCxnSpPr>
        <p:spPr>
          <a:xfrm>
            <a:off x="7871073" y="17627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41"/>
          <p:cNvCxnSpPr/>
          <p:nvPr/>
        </p:nvCxnSpPr>
        <p:spPr>
          <a:xfrm flipH="1">
            <a:off x="7729657" y="20346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41"/>
          <p:cNvCxnSpPr/>
          <p:nvPr/>
        </p:nvCxnSpPr>
        <p:spPr>
          <a:xfrm>
            <a:off x="7882852" y="20346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41"/>
          <p:cNvSpPr/>
          <p:nvPr/>
        </p:nvSpPr>
        <p:spPr>
          <a:xfrm>
            <a:off x="7806317" y="15983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3" name="Google Shape;1213;p41"/>
          <p:cNvCxnSpPr/>
          <p:nvPr/>
        </p:nvCxnSpPr>
        <p:spPr>
          <a:xfrm flipH="1" rot="10800000">
            <a:off x="7718015" y="18383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41"/>
          <p:cNvSpPr txBox="1"/>
          <p:nvPr/>
        </p:nvSpPr>
        <p:spPr>
          <a:xfrm>
            <a:off x="7262400" y="2188550"/>
            <a:ext cx="1247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 khách sạn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5" name="Google Shape;1215;p41"/>
          <p:cNvSpPr txBox="1"/>
          <p:nvPr/>
        </p:nvSpPr>
        <p:spPr>
          <a:xfrm>
            <a:off x="4540775" y="3464525"/>
            <a:ext cx="980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&lt;&lt;include&gt;&gt;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6" name="Google Shape;1216;p41"/>
          <p:cNvCxnSpPr>
            <a:stCxn id="1194" idx="3"/>
            <a:endCxn id="1193" idx="7"/>
          </p:cNvCxnSpPr>
          <p:nvPr/>
        </p:nvCxnSpPr>
        <p:spPr>
          <a:xfrm flipH="1">
            <a:off x="4137771" y="3159091"/>
            <a:ext cx="981300" cy="5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42"/>
          <p:cNvSpPr/>
          <p:nvPr/>
        </p:nvSpPr>
        <p:spPr>
          <a:xfrm>
            <a:off x="2755800" y="136950"/>
            <a:ext cx="3539700" cy="411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222" name="Google Shape;1222;p42"/>
          <p:cNvSpPr/>
          <p:nvPr/>
        </p:nvSpPr>
        <p:spPr>
          <a:xfrm>
            <a:off x="3021440" y="2481060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Quản lý khuyến mãi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3" name="Google Shape;1223;p42"/>
          <p:cNvSpPr/>
          <p:nvPr/>
        </p:nvSpPr>
        <p:spPr>
          <a:xfrm>
            <a:off x="3721371" y="545410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Gọi món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4" name="Google Shape;1224;p42"/>
          <p:cNvSpPr/>
          <p:nvPr/>
        </p:nvSpPr>
        <p:spPr>
          <a:xfrm>
            <a:off x="4645926" y="1605127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Thanh toán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5" name="Google Shape;1225;p42"/>
          <p:cNvSpPr/>
          <p:nvPr/>
        </p:nvSpPr>
        <p:spPr>
          <a:xfrm>
            <a:off x="2989109" y="3115979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Quản lý nhân viên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6" name="Google Shape;1226;p42"/>
          <p:cNvSpPr/>
          <p:nvPr/>
        </p:nvSpPr>
        <p:spPr>
          <a:xfrm>
            <a:off x="4689867" y="2138843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Nhập nguyên liệu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42"/>
          <p:cNvSpPr/>
          <p:nvPr/>
        </p:nvSpPr>
        <p:spPr>
          <a:xfrm>
            <a:off x="3021446" y="3722435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Quản lý thực đơn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8" name="Google Shape;1228;p42"/>
          <p:cNvSpPr/>
          <p:nvPr/>
        </p:nvSpPr>
        <p:spPr>
          <a:xfrm>
            <a:off x="3743075" y="1098774"/>
            <a:ext cx="1306500" cy="4887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Đặt bàn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29" name="Google Shape;1229;p42"/>
          <p:cNvCxnSpPr>
            <a:endCxn id="1223" idx="2"/>
          </p:cNvCxnSpPr>
          <p:nvPr/>
        </p:nvCxnSpPr>
        <p:spPr>
          <a:xfrm flipH="1" rot="10800000">
            <a:off x="1462371" y="761860"/>
            <a:ext cx="2259000" cy="15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42"/>
          <p:cNvCxnSpPr>
            <a:endCxn id="1228" idx="2"/>
          </p:cNvCxnSpPr>
          <p:nvPr/>
        </p:nvCxnSpPr>
        <p:spPr>
          <a:xfrm>
            <a:off x="1455575" y="987324"/>
            <a:ext cx="2287500" cy="355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42"/>
          <p:cNvCxnSpPr/>
          <p:nvPr/>
        </p:nvCxnSpPr>
        <p:spPr>
          <a:xfrm>
            <a:off x="1304084" y="7721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42"/>
          <p:cNvCxnSpPr/>
          <p:nvPr/>
        </p:nvCxnSpPr>
        <p:spPr>
          <a:xfrm flipH="1">
            <a:off x="1162668" y="10440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42"/>
          <p:cNvCxnSpPr/>
          <p:nvPr/>
        </p:nvCxnSpPr>
        <p:spPr>
          <a:xfrm>
            <a:off x="1315863" y="10440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4" name="Google Shape;1234;p42"/>
          <p:cNvSpPr/>
          <p:nvPr/>
        </p:nvSpPr>
        <p:spPr>
          <a:xfrm>
            <a:off x="1239328" y="6077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5" name="Google Shape;1235;p42"/>
          <p:cNvCxnSpPr/>
          <p:nvPr/>
        </p:nvCxnSpPr>
        <p:spPr>
          <a:xfrm flipH="1" rot="10800000">
            <a:off x="1151025" y="8477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42"/>
          <p:cNvCxnSpPr/>
          <p:nvPr/>
        </p:nvCxnSpPr>
        <p:spPr>
          <a:xfrm>
            <a:off x="1304084" y="28295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42"/>
          <p:cNvCxnSpPr/>
          <p:nvPr/>
        </p:nvCxnSpPr>
        <p:spPr>
          <a:xfrm flipH="1">
            <a:off x="1162668" y="31014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42"/>
          <p:cNvCxnSpPr/>
          <p:nvPr/>
        </p:nvCxnSpPr>
        <p:spPr>
          <a:xfrm>
            <a:off x="1315863" y="31014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42"/>
          <p:cNvSpPr/>
          <p:nvPr/>
        </p:nvSpPr>
        <p:spPr>
          <a:xfrm>
            <a:off x="1239328" y="26651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0" name="Google Shape;1240;p42"/>
          <p:cNvCxnSpPr/>
          <p:nvPr/>
        </p:nvCxnSpPr>
        <p:spPr>
          <a:xfrm flipH="1" rot="10800000">
            <a:off x="1151025" y="29051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p42"/>
          <p:cNvSpPr txBox="1"/>
          <p:nvPr/>
        </p:nvSpPr>
        <p:spPr>
          <a:xfrm>
            <a:off x="662106" y="3255350"/>
            <a:ext cx="1306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 Nhà Hàng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2" name="Google Shape;1242;p42"/>
          <p:cNvSpPr txBox="1"/>
          <p:nvPr/>
        </p:nvSpPr>
        <p:spPr>
          <a:xfrm>
            <a:off x="709195" y="1197950"/>
            <a:ext cx="1190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Khách </a:t>
            </a: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àng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43" name="Google Shape;1243;p42"/>
          <p:cNvCxnSpPr/>
          <p:nvPr/>
        </p:nvCxnSpPr>
        <p:spPr>
          <a:xfrm>
            <a:off x="7400084" y="17627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42"/>
          <p:cNvCxnSpPr/>
          <p:nvPr/>
        </p:nvCxnSpPr>
        <p:spPr>
          <a:xfrm flipH="1">
            <a:off x="7258668" y="20346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p42"/>
          <p:cNvCxnSpPr/>
          <p:nvPr/>
        </p:nvCxnSpPr>
        <p:spPr>
          <a:xfrm>
            <a:off x="7411863" y="20346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42"/>
          <p:cNvSpPr/>
          <p:nvPr/>
        </p:nvSpPr>
        <p:spPr>
          <a:xfrm>
            <a:off x="7335328" y="15983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7" name="Google Shape;1247;p42"/>
          <p:cNvCxnSpPr/>
          <p:nvPr/>
        </p:nvCxnSpPr>
        <p:spPr>
          <a:xfrm flipH="1" rot="10800000">
            <a:off x="7247025" y="18383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42"/>
          <p:cNvSpPr txBox="1"/>
          <p:nvPr/>
        </p:nvSpPr>
        <p:spPr>
          <a:xfrm>
            <a:off x="6805195" y="2188550"/>
            <a:ext cx="1190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Viên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49" name="Google Shape;1249;p42"/>
          <p:cNvCxnSpPr>
            <a:stCxn id="1224" idx="6"/>
          </p:cNvCxnSpPr>
          <p:nvPr/>
        </p:nvCxnSpPr>
        <p:spPr>
          <a:xfrm>
            <a:off x="5952426" y="1821577"/>
            <a:ext cx="1370400" cy="9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42"/>
          <p:cNvCxnSpPr>
            <a:stCxn id="1226" idx="6"/>
          </p:cNvCxnSpPr>
          <p:nvPr/>
        </p:nvCxnSpPr>
        <p:spPr>
          <a:xfrm flipH="1" rot="10800000">
            <a:off x="5996367" y="1959593"/>
            <a:ext cx="13473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42"/>
          <p:cNvSpPr/>
          <p:nvPr/>
        </p:nvSpPr>
        <p:spPr>
          <a:xfrm>
            <a:off x="4689875" y="2748450"/>
            <a:ext cx="1306500" cy="432900"/>
          </a:xfrm>
          <a:prstGeom prst="flowChartConnecto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Tạo món ăn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52" name="Google Shape;1252;p42"/>
          <p:cNvCxnSpPr>
            <a:stCxn id="1251" idx="6"/>
          </p:cNvCxnSpPr>
          <p:nvPr/>
        </p:nvCxnSpPr>
        <p:spPr>
          <a:xfrm flipH="1" rot="10800000">
            <a:off x="5996375" y="1987200"/>
            <a:ext cx="1361100" cy="9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42"/>
          <p:cNvCxnSpPr>
            <a:stCxn id="1222" idx="2"/>
          </p:cNvCxnSpPr>
          <p:nvPr/>
        </p:nvCxnSpPr>
        <p:spPr>
          <a:xfrm flipH="1">
            <a:off x="1586540" y="2697510"/>
            <a:ext cx="1434900" cy="2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42"/>
          <p:cNvCxnSpPr>
            <a:stCxn id="1225" idx="2"/>
          </p:cNvCxnSpPr>
          <p:nvPr/>
        </p:nvCxnSpPr>
        <p:spPr>
          <a:xfrm rot="10800000">
            <a:off x="1613909" y="3042029"/>
            <a:ext cx="13752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42"/>
          <p:cNvCxnSpPr>
            <a:stCxn id="1227" idx="2"/>
          </p:cNvCxnSpPr>
          <p:nvPr/>
        </p:nvCxnSpPr>
        <p:spPr>
          <a:xfrm rot="10800000">
            <a:off x="1621046" y="3117785"/>
            <a:ext cx="1400400" cy="8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6" name="Google Shape;1256;p42"/>
          <p:cNvSpPr txBox="1"/>
          <p:nvPr/>
        </p:nvSpPr>
        <p:spPr>
          <a:xfrm>
            <a:off x="2755800" y="128975"/>
            <a:ext cx="3539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95959"/>
                </a:solidFill>
              </a:rPr>
              <a:t>Hệ thống quản lý </a:t>
            </a:r>
            <a:r>
              <a:rPr b="1" lang="en-GB" sz="1600">
                <a:solidFill>
                  <a:srgbClr val="595959"/>
                </a:solidFill>
              </a:rPr>
              <a:t>nhà hàng</a:t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3"/>
          <p:cNvSpPr/>
          <p:nvPr/>
        </p:nvSpPr>
        <p:spPr>
          <a:xfrm>
            <a:off x="2458200" y="132375"/>
            <a:ext cx="3817200" cy="48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43"/>
          <p:cNvSpPr/>
          <p:nvPr/>
        </p:nvSpPr>
        <p:spPr>
          <a:xfrm>
            <a:off x="2982100" y="685000"/>
            <a:ext cx="1372500" cy="544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Đọc bài giảng</a:t>
            </a:r>
            <a:endParaRPr sz="1200"/>
          </a:p>
        </p:txBody>
      </p:sp>
      <p:sp>
        <p:nvSpPr>
          <p:cNvPr id="1263" name="Google Shape;1263;p43"/>
          <p:cNvSpPr/>
          <p:nvPr/>
        </p:nvSpPr>
        <p:spPr>
          <a:xfrm>
            <a:off x="2982100" y="1305725"/>
            <a:ext cx="1372500" cy="478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Làm bài </a:t>
            </a:r>
            <a:r>
              <a:rPr lang="en-GB" sz="1000"/>
              <a:t>tập</a:t>
            </a:r>
            <a:endParaRPr sz="700"/>
          </a:p>
        </p:txBody>
      </p:sp>
      <p:sp>
        <p:nvSpPr>
          <p:cNvPr id="1264" name="Google Shape;1264;p43"/>
          <p:cNvSpPr/>
          <p:nvPr/>
        </p:nvSpPr>
        <p:spPr>
          <a:xfrm>
            <a:off x="3010900" y="1893775"/>
            <a:ext cx="1372500" cy="519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Thảo luận</a:t>
            </a:r>
            <a:endParaRPr sz="1100"/>
          </a:p>
        </p:txBody>
      </p:sp>
      <p:sp>
        <p:nvSpPr>
          <p:cNvPr id="1265" name="Google Shape;1265;p43"/>
          <p:cNvSpPr/>
          <p:nvPr/>
        </p:nvSpPr>
        <p:spPr>
          <a:xfrm>
            <a:off x="4590075" y="1047275"/>
            <a:ext cx="1304700" cy="57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Kiểm tra</a:t>
            </a:r>
            <a:r>
              <a:rPr lang="en-GB" sz="1100"/>
              <a:t> khoá học</a:t>
            </a:r>
            <a:endParaRPr sz="1100"/>
          </a:p>
        </p:txBody>
      </p:sp>
      <p:sp>
        <p:nvSpPr>
          <p:cNvPr id="1266" name="Google Shape;1266;p43"/>
          <p:cNvSpPr/>
          <p:nvPr/>
        </p:nvSpPr>
        <p:spPr>
          <a:xfrm>
            <a:off x="2706100" y="2671150"/>
            <a:ext cx="1372500" cy="636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Quản lý lớp học</a:t>
            </a:r>
            <a:endParaRPr sz="1100"/>
          </a:p>
        </p:txBody>
      </p:sp>
      <p:sp>
        <p:nvSpPr>
          <p:cNvPr id="1267" name="Google Shape;1267;p43"/>
          <p:cNvSpPr/>
          <p:nvPr/>
        </p:nvSpPr>
        <p:spPr>
          <a:xfrm>
            <a:off x="3173175" y="3392050"/>
            <a:ext cx="1304700" cy="636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Kiểm tra</a:t>
            </a:r>
            <a:endParaRPr sz="1100"/>
          </a:p>
        </p:txBody>
      </p:sp>
      <p:sp>
        <p:nvSpPr>
          <p:cNvPr id="1268" name="Google Shape;1268;p43"/>
          <p:cNvSpPr/>
          <p:nvPr/>
        </p:nvSpPr>
        <p:spPr>
          <a:xfrm>
            <a:off x="2829700" y="4036750"/>
            <a:ext cx="1304700" cy="57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Biên soạn nội dung</a:t>
            </a:r>
            <a:endParaRPr sz="1100"/>
          </a:p>
        </p:txBody>
      </p:sp>
      <p:cxnSp>
        <p:nvCxnSpPr>
          <p:cNvPr id="1269" name="Google Shape;1269;p43"/>
          <p:cNvCxnSpPr/>
          <p:nvPr/>
        </p:nvCxnSpPr>
        <p:spPr>
          <a:xfrm flipH="1" rot="10800000">
            <a:off x="1457328" y="957250"/>
            <a:ext cx="1491900" cy="416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43"/>
          <p:cNvCxnSpPr/>
          <p:nvPr/>
        </p:nvCxnSpPr>
        <p:spPr>
          <a:xfrm>
            <a:off x="1496776" y="1428575"/>
            <a:ext cx="1452300" cy="116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43"/>
          <p:cNvCxnSpPr>
            <a:endCxn id="1264" idx="3"/>
          </p:cNvCxnSpPr>
          <p:nvPr/>
        </p:nvCxnSpPr>
        <p:spPr>
          <a:xfrm flipH="1" rot="10800000">
            <a:off x="1517498" y="2337025"/>
            <a:ext cx="1694400" cy="97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43"/>
          <p:cNvCxnSpPr>
            <a:endCxn id="1266" idx="2"/>
          </p:cNvCxnSpPr>
          <p:nvPr/>
        </p:nvCxnSpPr>
        <p:spPr>
          <a:xfrm flipH="1" rot="10800000">
            <a:off x="1489300" y="2989150"/>
            <a:ext cx="1216800" cy="390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43"/>
          <p:cNvCxnSpPr>
            <a:endCxn id="1268" idx="2"/>
          </p:cNvCxnSpPr>
          <p:nvPr/>
        </p:nvCxnSpPr>
        <p:spPr>
          <a:xfrm>
            <a:off x="1483000" y="3483100"/>
            <a:ext cx="1346700" cy="842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43"/>
          <p:cNvCxnSpPr/>
          <p:nvPr/>
        </p:nvCxnSpPr>
        <p:spPr>
          <a:xfrm>
            <a:off x="1457325" y="1483825"/>
            <a:ext cx="1754700" cy="48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43"/>
          <p:cNvCxnSpPr>
            <a:stCxn id="1276" idx="1"/>
            <a:endCxn id="1265" idx="6"/>
          </p:cNvCxnSpPr>
          <p:nvPr/>
        </p:nvCxnSpPr>
        <p:spPr>
          <a:xfrm rot="10800000">
            <a:off x="5894775" y="1335725"/>
            <a:ext cx="1169700" cy="870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43"/>
          <p:cNvCxnSpPr>
            <a:endCxn id="1267" idx="2"/>
          </p:cNvCxnSpPr>
          <p:nvPr/>
        </p:nvCxnSpPr>
        <p:spPr>
          <a:xfrm>
            <a:off x="1524375" y="3448750"/>
            <a:ext cx="1648800" cy="261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8" name="Google Shape;1278;p43"/>
          <p:cNvSpPr txBox="1"/>
          <p:nvPr/>
        </p:nvSpPr>
        <p:spPr>
          <a:xfrm>
            <a:off x="2451000" y="128975"/>
            <a:ext cx="3817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95959"/>
                </a:solidFill>
              </a:rPr>
              <a:t>Hệ thống </a:t>
            </a:r>
            <a:r>
              <a:rPr b="1" lang="en-GB" sz="1600">
                <a:solidFill>
                  <a:srgbClr val="595959"/>
                </a:solidFill>
              </a:rPr>
              <a:t>học trực tuyến</a:t>
            </a:r>
            <a:endParaRPr b="1" sz="1600">
              <a:solidFill>
                <a:srgbClr val="595959"/>
              </a:solidFill>
            </a:endParaRPr>
          </a:p>
        </p:txBody>
      </p:sp>
      <p:cxnSp>
        <p:nvCxnSpPr>
          <p:cNvPr id="1279" name="Google Shape;1279;p43"/>
          <p:cNvCxnSpPr/>
          <p:nvPr/>
        </p:nvCxnSpPr>
        <p:spPr>
          <a:xfrm>
            <a:off x="1227884" y="12293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43"/>
          <p:cNvCxnSpPr/>
          <p:nvPr/>
        </p:nvCxnSpPr>
        <p:spPr>
          <a:xfrm flipH="1">
            <a:off x="1086468" y="15012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43"/>
          <p:cNvCxnSpPr/>
          <p:nvPr/>
        </p:nvCxnSpPr>
        <p:spPr>
          <a:xfrm>
            <a:off x="1239663" y="15012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2" name="Google Shape;1282;p43"/>
          <p:cNvSpPr/>
          <p:nvPr/>
        </p:nvSpPr>
        <p:spPr>
          <a:xfrm>
            <a:off x="1163128" y="10649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3" name="Google Shape;1283;p43"/>
          <p:cNvCxnSpPr/>
          <p:nvPr/>
        </p:nvCxnSpPr>
        <p:spPr>
          <a:xfrm flipH="1" rot="10800000">
            <a:off x="1074825" y="13049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43"/>
          <p:cNvSpPr txBox="1"/>
          <p:nvPr/>
        </p:nvSpPr>
        <p:spPr>
          <a:xfrm>
            <a:off x="757821" y="1655150"/>
            <a:ext cx="94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Viên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5" name="Google Shape;1285;p43"/>
          <p:cNvCxnSpPr/>
          <p:nvPr/>
        </p:nvCxnSpPr>
        <p:spPr>
          <a:xfrm>
            <a:off x="1304084" y="32105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43"/>
          <p:cNvCxnSpPr/>
          <p:nvPr/>
        </p:nvCxnSpPr>
        <p:spPr>
          <a:xfrm flipH="1">
            <a:off x="1162668" y="34824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43"/>
          <p:cNvCxnSpPr/>
          <p:nvPr/>
        </p:nvCxnSpPr>
        <p:spPr>
          <a:xfrm>
            <a:off x="1315863" y="34824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43"/>
          <p:cNvSpPr/>
          <p:nvPr/>
        </p:nvSpPr>
        <p:spPr>
          <a:xfrm>
            <a:off x="1239328" y="30461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9" name="Google Shape;1289;p43"/>
          <p:cNvCxnSpPr/>
          <p:nvPr/>
        </p:nvCxnSpPr>
        <p:spPr>
          <a:xfrm flipH="1" rot="10800000">
            <a:off x="1151025" y="32861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43"/>
          <p:cNvSpPr txBox="1"/>
          <p:nvPr/>
        </p:nvSpPr>
        <p:spPr>
          <a:xfrm>
            <a:off x="709200" y="3636350"/>
            <a:ext cx="1190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</a:t>
            </a: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Viên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1" name="Google Shape;1291;p43"/>
          <p:cNvCxnSpPr/>
          <p:nvPr/>
        </p:nvCxnSpPr>
        <p:spPr>
          <a:xfrm>
            <a:off x="7247684" y="19151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43"/>
          <p:cNvCxnSpPr/>
          <p:nvPr/>
        </p:nvCxnSpPr>
        <p:spPr>
          <a:xfrm flipH="1">
            <a:off x="7106268" y="21870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43"/>
          <p:cNvCxnSpPr/>
          <p:nvPr/>
        </p:nvCxnSpPr>
        <p:spPr>
          <a:xfrm>
            <a:off x="7259463" y="21870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43"/>
          <p:cNvSpPr/>
          <p:nvPr/>
        </p:nvSpPr>
        <p:spPr>
          <a:xfrm>
            <a:off x="7182928" y="17507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5" name="Google Shape;1295;p43"/>
          <p:cNvCxnSpPr/>
          <p:nvPr/>
        </p:nvCxnSpPr>
        <p:spPr>
          <a:xfrm flipH="1" rot="10800000">
            <a:off x="7094625" y="19907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43"/>
          <p:cNvSpPr txBox="1"/>
          <p:nvPr/>
        </p:nvSpPr>
        <p:spPr>
          <a:xfrm>
            <a:off x="6777621" y="2340950"/>
            <a:ext cx="94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Thanh tra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7" name="Google Shape;1297;p43"/>
          <p:cNvCxnSpPr/>
          <p:nvPr/>
        </p:nvCxnSpPr>
        <p:spPr>
          <a:xfrm>
            <a:off x="7247684" y="30581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43"/>
          <p:cNvCxnSpPr/>
          <p:nvPr/>
        </p:nvCxnSpPr>
        <p:spPr>
          <a:xfrm flipH="1">
            <a:off x="7106268" y="33300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43"/>
          <p:cNvCxnSpPr/>
          <p:nvPr/>
        </p:nvCxnSpPr>
        <p:spPr>
          <a:xfrm>
            <a:off x="7259463" y="33300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43"/>
          <p:cNvSpPr/>
          <p:nvPr/>
        </p:nvSpPr>
        <p:spPr>
          <a:xfrm>
            <a:off x="7182928" y="28937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1" name="Google Shape;1301;p43"/>
          <p:cNvCxnSpPr/>
          <p:nvPr/>
        </p:nvCxnSpPr>
        <p:spPr>
          <a:xfrm flipH="1" rot="10800000">
            <a:off x="7094625" y="31337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43"/>
          <p:cNvSpPr txBox="1"/>
          <p:nvPr/>
        </p:nvSpPr>
        <p:spPr>
          <a:xfrm>
            <a:off x="6777621" y="3483950"/>
            <a:ext cx="94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trị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43"/>
          <p:cNvSpPr/>
          <p:nvPr/>
        </p:nvSpPr>
        <p:spPr>
          <a:xfrm>
            <a:off x="4590075" y="2799875"/>
            <a:ext cx="1304700" cy="57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Quản lý cấu hình</a:t>
            </a:r>
            <a:endParaRPr sz="1100"/>
          </a:p>
        </p:txBody>
      </p:sp>
      <p:sp>
        <p:nvSpPr>
          <p:cNvPr id="1304" name="Google Shape;1304;p43"/>
          <p:cNvSpPr/>
          <p:nvPr/>
        </p:nvSpPr>
        <p:spPr>
          <a:xfrm>
            <a:off x="4666275" y="3561875"/>
            <a:ext cx="1304700" cy="57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Quản lý </a:t>
            </a:r>
            <a:r>
              <a:rPr lang="en-GB" sz="1100"/>
              <a:t>tài khoản</a:t>
            </a:r>
            <a:endParaRPr sz="1100"/>
          </a:p>
        </p:txBody>
      </p:sp>
      <p:cxnSp>
        <p:nvCxnSpPr>
          <p:cNvPr id="1305" name="Google Shape;1305;p43"/>
          <p:cNvCxnSpPr>
            <a:stCxn id="1303" idx="6"/>
          </p:cNvCxnSpPr>
          <p:nvPr/>
        </p:nvCxnSpPr>
        <p:spPr>
          <a:xfrm>
            <a:off x="5894775" y="3088325"/>
            <a:ext cx="12213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43"/>
          <p:cNvCxnSpPr>
            <a:stCxn id="1304" idx="6"/>
          </p:cNvCxnSpPr>
          <p:nvPr/>
        </p:nvCxnSpPr>
        <p:spPr>
          <a:xfrm flipH="1" rot="10800000">
            <a:off x="5970975" y="3324725"/>
            <a:ext cx="11106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4"/>
          <p:cNvSpPr/>
          <p:nvPr/>
        </p:nvSpPr>
        <p:spPr>
          <a:xfrm>
            <a:off x="2193175" y="112050"/>
            <a:ext cx="4688400" cy="4771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44"/>
          <p:cNvSpPr txBox="1"/>
          <p:nvPr/>
        </p:nvSpPr>
        <p:spPr>
          <a:xfrm>
            <a:off x="2242720" y="132376"/>
            <a:ext cx="457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quản lý nhà thuốc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44"/>
          <p:cNvSpPr/>
          <p:nvPr/>
        </p:nvSpPr>
        <p:spPr>
          <a:xfrm>
            <a:off x="2547425" y="2599888"/>
            <a:ext cx="1441500" cy="7086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kho thuốc</a:t>
            </a:r>
            <a:endParaRPr/>
          </a:p>
        </p:txBody>
      </p:sp>
      <p:sp>
        <p:nvSpPr>
          <p:cNvPr id="1314" name="Google Shape;1314;p44"/>
          <p:cNvSpPr/>
          <p:nvPr/>
        </p:nvSpPr>
        <p:spPr>
          <a:xfrm>
            <a:off x="2629200" y="739175"/>
            <a:ext cx="1441500" cy="641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Nhân viên</a:t>
            </a:r>
            <a:endParaRPr/>
          </a:p>
        </p:txBody>
      </p:sp>
      <p:sp>
        <p:nvSpPr>
          <p:cNvPr id="1315" name="Google Shape;1315;p44"/>
          <p:cNvSpPr/>
          <p:nvPr/>
        </p:nvSpPr>
        <p:spPr>
          <a:xfrm>
            <a:off x="5261338" y="2372996"/>
            <a:ext cx="1382100" cy="8109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 cứu thuốc</a:t>
            </a:r>
            <a:endParaRPr/>
          </a:p>
        </p:txBody>
      </p:sp>
      <p:sp>
        <p:nvSpPr>
          <p:cNvPr id="1316" name="Google Shape;1316;p44"/>
          <p:cNvSpPr/>
          <p:nvPr/>
        </p:nvSpPr>
        <p:spPr>
          <a:xfrm>
            <a:off x="2499550" y="3998150"/>
            <a:ext cx="1382100" cy="7086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Bán thuốc</a:t>
            </a:r>
            <a:endParaRPr/>
          </a:p>
        </p:txBody>
      </p:sp>
      <p:sp>
        <p:nvSpPr>
          <p:cNvPr id="1317" name="Google Shape;1317;p44"/>
          <p:cNvSpPr/>
          <p:nvPr/>
        </p:nvSpPr>
        <p:spPr>
          <a:xfrm>
            <a:off x="3671275" y="1254500"/>
            <a:ext cx="1488900" cy="641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Xem</a:t>
            </a:r>
            <a:r>
              <a:rPr lang="en-GB"/>
              <a:t> doanh thu</a:t>
            </a:r>
            <a:endParaRPr/>
          </a:p>
        </p:txBody>
      </p:sp>
      <p:cxnSp>
        <p:nvCxnSpPr>
          <p:cNvPr id="1318" name="Google Shape;1318;p44"/>
          <p:cNvCxnSpPr/>
          <p:nvPr/>
        </p:nvCxnSpPr>
        <p:spPr>
          <a:xfrm>
            <a:off x="1165473" y="124316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44"/>
          <p:cNvCxnSpPr/>
          <p:nvPr/>
        </p:nvCxnSpPr>
        <p:spPr>
          <a:xfrm flipH="1">
            <a:off x="1024057" y="151504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44"/>
          <p:cNvCxnSpPr/>
          <p:nvPr/>
        </p:nvCxnSpPr>
        <p:spPr>
          <a:xfrm>
            <a:off x="1177252" y="151504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1" name="Google Shape;1321;p44"/>
          <p:cNvSpPr/>
          <p:nvPr/>
        </p:nvSpPr>
        <p:spPr>
          <a:xfrm>
            <a:off x="1100717" y="107876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2" name="Google Shape;1322;p44"/>
          <p:cNvCxnSpPr/>
          <p:nvPr/>
        </p:nvCxnSpPr>
        <p:spPr>
          <a:xfrm flipH="1" rot="10800000">
            <a:off x="1012415" y="131876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3" name="Google Shape;1323;p44"/>
          <p:cNvSpPr txBox="1"/>
          <p:nvPr/>
        </p:nvSpPr>
        <p:spPr>
          <a:xfrm>
            <a:off x="688505" y="1668949"/>
            <a:ext cx="949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24" name="Google Shape;1324;p44"/>
          <p:cNvCxnSpPr/>
          <p:nvPr/>
        </p:nvCxnSpPr>
        <p:spPr>
          <a:xfrm>
            <a:off x="1151684" y="305817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44"/>
          <p:cNvCxnSpPr/>
          <p:nvPr/>
        </p:nvCxnSpPr>
        <p:spPr>
          <a:xfrm flipH="1">
            <a:off x="1010268" y="333005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44"/>
          <p:cNvCxnSpPr/>
          <p:nvPr/>
        </p:nvCxnSpPr>
        <p:spPr>
          <a:xfrm>
            <a:off x="1163463" y="333005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7" name="Google Shape;1327;p44"/>
          <p:cNvSpPr/>
          <p:nvPr/>
        </p:nvSpPr>
        <p:spPr>
          <a:xfrm>
            <a:off x="1086928" y="289377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8" name="Google Shape;1328;p44"/>
          <p:cNvCxnSpPr/>
          <p:nvPr/>
        </p:nvCxnSpPr>
        <p:spPr>
          <a:xfrm flipH="1" rot="10800000">
            <a:off x="998625" y="313377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44"/>
          <p:cNvSpPr txBox="1"/>
          <p:nvPr/>
        </p:nvSpPr>
        <p:spPr>
          <a:xfrm>
            <a:off x="681621" y="3483950"/>
            <a:ext cx="94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Dược Sỹ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44"/>
          <p:cNvSpPr/>
          <p:nvPr/>
        </p:nvSpPr>
        <p:spPr>
          <a:xfrm>
            <a:off x="3476875" y="3286175"/>
            <a:ext cx="1441500" cy="7086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Nhập thông tin thuốc</a:t>
            </a:r>
            <a:endParaRPr/>
          </a:p>
        </p:txBody>
      </p:sp>
      <p:sp>
        <p:nvSpPr>
          <p:cNvPr id="1331" name="Google Shape;1331;p44"/>
          <p:cNvSpPr/>
          <p:nvPr/>
        </p:nvSpPr>
        <p:spPr>
          <a:xfrm>
            <a:off x="2547425" y="1863300"/>
            <a:ext cx="1555500" cy="6075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Nhập thuốc</a:t>
            </a:r>
            <a:endParaRPr/>
          </a:p>
        </p:txBody>
      </p:sp>
      <p:cxnSp>
        <p:nvCxnSpPr>
          <p:cNvPr id="1332" name="Google Shape;1332;p44"/>
          <p:cNvCxnSpPr/>
          <p:nvPr/>
        </p:nvCxnSpPr>
        <p:spPr>
          <a:xfrm>
            <a:off x="7933484" y="2559248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44"/>
          <p:cNvCxnSpPr/>
          <p:nvPr/>
        </p:nvCxnSpPr>
        <p:spPr>
          <a:xfrm flipH="1">
            <a:off x="7792068" y="2831125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44"/>
          <p:cNvCxnSpPr/>
          <p:nvPr/>
        </p:nvCxnSpPr>
        <p:spPr>
          <a:xfrm>
            <a:off x="7945263" y="2831125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44"/>
          <p:cNvSpPr/>
          <p:nvPr/>
        </p:nvSpPr>
        <p:spPr>
          <a:xfrm>
            <a:off x="7868728" y="2394849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6" name="Google Shape;1336;p44"/>
          <p:cNvCxnSpPr/>
          <p:nvPr/>
        </p:nvCxnSpPr>
        <p:spPr>
          <a:xfrm flipH="1" rot="10800000">
            <a:off x="7780425" y="2634848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44"/>
          <p:cNvSpPr txBox="1"/>
          <p:nvPr/>
        </p:nvSpPr>
        <p:spPr>
          <a:xfrm>
            <a:off x="7422057" y="2985024"/>
            <a:ext cx="1058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Bệnh Nhân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8" name="Google Shape;1338;p44"/>
          <p:cNvCxnSpPr>
            <a:stCxn id="1314" idx="2"/>
          </p:cNvCxnSpPr>
          <p:nvPr/>
        </p:nvCxnSpPr>
        <p:spPr>
          <a:xfrm flipH="1">
            <a:off x="1379700" y="1060025"/>
            <a:ext cx="1249500" cy="3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44"/>
          <p:cNvCxnSpPr>
            <a:stCxn id="1317" idx="2"/>
          </p:cNvCxnSpPr>
          <p:nvPr/>
        </p:nvCxnSpPr>
        <p:spPr>
          <a:xfrm rot="10800000">
            <a:off x="1420975" y="1457150"/>
            <a:ext cx="2250300" cy="1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44"/>
          <p:cNvCxnSpPr>
            <a:stCxn id="1331" idx="2"/>
          </p:cNvCxnSpPr>
          <p:nvPr/>
        </p:nvCxnSpPr>
        <p:spPr>
          <a:xfrm rot="10800000">
            <a:off x="1338125" y="1505550"/>
            <a:ext cx="1209300" cy="6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44"/>
          <p:cNvCxnSpPr>
            <a:stCxn id="1313" idx="2"/>
          </p:cNvCxnSpPr>
          <p:nvPr/>
        </p:nvCxnSpPr>
        <p:spPr>
          <a:xfrm flipH="1">
            <a:off x="1414025" y="2954188"/>
            <a:ext cx="1133400" cy="24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44"/>
          <p:cNvCxnSpPr>
            <a:stCxn id="1316" idx="2"/>
          </p:cNvCxnSpPr>
          <p:nvPr/>
        </p:nvCxnSpPr>
        <p:spPr>
          <a:xfrm rot="10800000">
            <a:off x="1421050" y="3373250"/>
            <a:ext cx="1078500" cy="97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3" name="Google Shape;1343;p44"/>
          <p:cNvCxnSpPr>
            <a:stCxn id="1330" idx="2"/>
          </p:cNvCxnSpPr>
          <p:nvPr/>
        </p:nvCxnSpPr>
        <p:spPr>
          <a:xfrm rot="10800000">
            <a:off x="1469275" y="3290375"/>
            <a:ext cx="200760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44"/>
          <p:cNvCxnSpPr>
            <a:stCxn id="1315" idx="6"/>
          </p:cNvCxnSpPr>
          <p:nvPr/>
        </p:nvCxnSpPr>
        <p:spPr>
          <a:xfrm flipH="1" rot="10800000">
            <a:off x="6643438" y="2759546"/>
            <a:ext cx="11484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5"/>
          <p:cNvSpPr/>
          <p:nvPr/>
        </p:nvSpPr>
        <p:spPr>
          <a:xfrm>
            <a:off x="2338463" y="305300"/>
            <a:ext cx="4219800" cy="45714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Hệ thống quản lý </a:t>
            </a:r>
            <a:r>
              <a:rPr b="1" lang="en-GB"/>
              <a:t>bến xe khách</a:t>
            </a:r>
            <a:endParaRPr b="1"/>
          </a:p>
        </p:txBody>
      </p:sp>
      <p:sp>
        <p:nvSpPr>
          <p:cNvPr id="1350" name="Google Shape;1350;p45"/>
          <p:cNvSpPr/>
          <p:nvPr/>
        </p:nvSpPr>
        <p:spPr>
          <a:xfrm>
            <a:off x="2577275" y="886050"/>
            <a:ext cx="1505700" cy="526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Tra cứu lịch trình</a:t>
            </a:r>
            <a:endParaRPr sz="1200"/>
          </a:p>
        </p:txBody>
      </p:sp>
      <p:sp>
        <p:nvSpPr>
          <p:cNvPr id="1351" name="Google Shape;1351;p45"/>
          <p:cNvSpPr/>
          <p:nvPr/>
        </p:nvSpPr>
        <p:spPr>
          <a:xfrm>
            <a:off x="4708700" y="4087875"/>
            <a:ext cx="1461600" cy="632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Hỗ trợ hành khách</a:t>
            </a:r>
            <a:endParaRPr sz="1200"/>
          </a:p>
        </p:txBody>
      </p:sp>
      <p:sp>
        <p:nvSpPr>
          <p:cNvPr id="1352" name="Google Shape;1352;p45"/>
          <p:cNvSpPr/>
          <p:nvPr/>
        </p:nvSpPr>
        <p:spPr>
          <a:xfrm>
            <a:off x="2577275" y="1631625"/>
            <a:ext cx="1505700" cy="5268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Đặt </a:t>
            </a:r>
            <a:r>
              <a:rPr lang="en-GB" sz="1200"/>
              <a:t>mua </a:t>
            </a:r>
            <a:r>
              <a:rPr lang="en-GB" sz="1200"/>
              <a:t>vé</a:t>
            </a:r>
            <a:endParaRPr sz="1200"/>
          </a:p>
        </p:txBody>
      </p:sp>
      <p:sp>
        <p:nvSpPr>
          <p:cNvPr id="1353" name="Google Shape;1353;p45"/>
          <p:cNvSpPr/>
          <p:nvPr/>
        </p:nvSpPr>
        <p:spPr>
          <a:xfrm>
            <a:off x="4724400" y="3277950"/>
            <a:ext cx="1461600" cy="632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lốt đỗ xe</a:t>
            </a:r>
            <a:endParaRPr sz="1200"/>
          </a:p>
        </p:txBody>
      </p:sp>
      <p:sp>
        <p:nvSpPr>
          <p:cNvPr id="1354" name="Google Shape;1354;p45"/>
          <p:cNvSpPr/>
          <p:nvPr/>
        </p:nvSpPr>
        <p:spPr>
          <a:xfrm>
            <a:off x="2552373" y="2354750"/>
            <a:ext cx="1505700" cy="632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Phản hồi </a:t>
            </a:r>
            <a:r>
              <a:rPr lang="en-GB" sz="1200"/>
              <a:t>góp ý</a:t>
            </a:r>
            <a:endParaRPr sz="1200"/>
          </a:p>
        </p:txBody>
      </p:sp>
      <p:sp>
        <p:nvSpPr>
          <p:cNvPr id="1355" name="Google Shape;1355;p45"/>
          <p:cNvSpPr/>
          <p:nvPr/>
        </p:nvSpPr>
        <p:spPr>
          <a:xfrm>
            <a:off x="4708700" y="1344077"/>
            <a:ext cx="1401300" cy="632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tuyến xe</a:t>
            </a:r>
            <a:endParaRPr sz="1200"/>
          </a:p>
        </p:txBody>
      </p:sp>
      <p:cxnSp>
        <p:nvCxnSpPr>
          <p:cNvPr id="1356" name="Google Shape;1356;p45"/>
          <p:cNvCxnSpPr>
            <a:endCxn id="1350" idx="2"/>
          </p:cNvCxnSpPr>
          <p:nvPr/>
        </p:nvCxnSpPr>
        <p:spPr>
          <a:xfrm flipH="1" rot="10800000">
            <a:off x="1518275" y="1149450"/>
            <a:ext cx="1059000" cy="686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45"/>
          <p:cNvCxnSpPr>
            <a:endCxn id="1352" idx="2"/>
          </p:cNvCxnSpPr>
          <p:nvPr/>
        </p:nvCxnSpPr>
        <p:spPr>
          <a:xfrm>
            <a:off x="1566575" y="1877325"/>
            <a:ext cx="1010700" cy="17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45"/>
          <p:cNvCxnSpPr>
            <a:endCxn id="1354" idx="2"/>
          </p:cNvCxnSpPr>
          <p:nvPr/>
        </p:nvCxnSpPr>
        <p:spPr>
          <a:xfrm>
            <a:off x="1525173" y="1932800"/>
            <a:ext cx="1027200" cy="738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45"/>
          <p:cNvCxnSpPr>
            <a:endCxn id="1351" idx="6"/>
          </p:cNvCxnSpPr>
          <p:nvPr/>
        </p:nvCxnSpPr>
        <p:spPr>
          <a:xfrm flipH="1">
            <a:off x="6170300" y="4001925"/>
            <a:ext cx="855300" cy="402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45"/>
          <p:cNvCxnSpPr>
            <a:endCxn id="1355" idx="6"/>
          </p:cNvCxnSpPr>
          <p:nvPr/>
        </p:nvCxnSpPr>
        <p:spPr>
          <a:xfrm rot="10800000">
            <a:off x="6110000" y="1660427"/>
            <a:ext cx="1096500" cy="37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45"/>
          <p:cNvCxnSpPr>
            <a:endCxn id="1353" idx="6"/>
          </p:cNvCxnSpPr>
          <p:nvPr/>
        </p:nvCxnSpPr>
        <p:spPr>
          <a:xfrm rot="10800000">
            <a:off x="6186000" y="3594300"/>
            <a:ext cx="834300" cy="29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45"/>
          <p:cNvCxnSpPr/>
          <p:nvPr/>
        </p:nvCxnSpPr>
        <p:spPr>
          <a:xfrm>
            <a:off x="1317873" y="170036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45"/>
          <p:cNvCxnSpPr/>
          <p:nvPr/>
        </p:nvCxnSpPr>
        <p:spPr>
          <a:xfrm flipH="1">
            <a:off x="1176457" y="197224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45"/>
          <p:cNvCxnSpPr/>
          <p:nvPr/>
        </p:nvCxnSpPr>
        <p:spPr>
          <a:xfrm>
            <a:off x="1329652" y="197224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5" name="Google Shape;1365;p45"/>
          <p:cNvSpPr/>
          <p:nvPr/>
        </p:nvSpPr>
        <p:spPr>
          <a:xfrm>
            <a:off x="1253117" y="153596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6" name="Google Shape;1366;p45"/>
          <p:cNvCxnSpPr/>
          <p:nvPr/>
        </p:nvCxnSpPr>
        <p:spPr>
          <a:xfrm flipH="1" rot="10800000">
            <a:off x="1164815" y="177596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45"/>
          <p:cNvSpPr txBox="1"/>
          <p:nvPr/>
        </p:nvSpPr>
        <p:spPr>
          <a:xfrm>
            <a:off x="764121" y="2126150"/>
            <a:ext cx="1085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Hành Khách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68" name="Google Shape;1368;p45"/>
          <p:cNvCxnSpPr/>
          <p:nvPr/>
        </p:nvCxnSpPr>
        <p:spPr>
          <a:xfrm>
            <a:off x="7490073" y="139556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45"/>
          <p:cNvCxnSpPr/>
          <p:nvPr/>
        </p:nvCxnSpPr>
        <p:spPr>
          <a:xfrm flipH="1">
            <a:off x="7348657" y="166744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45"/>
          <p:cNvCxnSpPr/>
          <p:nvPr/>
        </p:nvCxnSpPr>
        <p:spPr>
          <a:xfrm>
            <a:off x="7501852" y="166744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45"/>
          <p:cNvSpPr/>
          <p:nvPr/>
        </p:nvSpPr>
        <p:spPr>
          <a:xfrm>
            <a:off x="7425317" y="123116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2" name="Google Shape;1372;p45"/>
          <p:cNvCxnSpPr/>
          <p:nvPr/>
        </p:nvCxnSpPr>
        <p:spPr>
          <a:xfrm flipH="1" rot="10800000">
            <a:off x="7337015" y="147116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3" name="Google Shape;1373;p45"/>
          <p:cNvSpPr txBox="1"/>
          <p:nvPr/>
        </p:nvSpPr>
        <p:spPr>
          <a:xfrm>
            <a:off x="6936321" y="1821350"/>
            <a:ext cx="1085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 Xe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74" name="Google Shape;1374;p45"/>
          <p:cNvCxnSpPr/>
          <p:nvPr/>
        </p:nvCxnSpPr>
        <p:spPr>
          <a:xfrm>
            <a:off x="7490073" y="3681564"/>
            <a:ext cx="5700" cy="27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45"/>
          <p:cNvCxnSpPr/>
          <p:nvPr/>
        </p:nvCxnSpPr>
        <p:spPr>
          <a:xfrm flipH="1">
            <a:off x="7348657" y="3953441"/>
            <a:ext cx="147300" cy="1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45"/>
          <p:cNvCxnSpPr/>
          <p:nvPr/>
        </p:nvCxnSpPr>
        <p:spPr>
          <a:xfrm>
            <a:off x="7501852" y="3953441"/>
            <a:ext cx="141300" cy="148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7" name="Google Shape;1377;p45"/>
          <p:cNvSpPr/>
          <p:nvPr/>
        </p:nvSpPr>
        <p:spPr>
          <a:xfrm>
            <a:off x="7425317" y="3517165"/>
            <a:ext cx="147300" cy="158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8" name="Google Shape;1378;p45"/>
          <p:cNvCxnSpPr/>
          <p:nvPr/>
        </p:nvCxnSpPr>
        <p:spPr>
          <a:xfrm flipH="1" rot="10800000">
            <a:off x="7337015" y="3757164"/>
            <a:ext cx="306300" cy="6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45"/>
          <p:cNvSpPr txBox="1"/>
          <p:nvPr/>
        </p:nvSpPr>
        <p:spPr>
          <a:xfrm>
            <a:off x="6936321" y="4107350"/>
            <a:ext cx="1085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Viên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45"/>
          <p:cNvSpPr/>
          <p:nvPr/>
        </p:nvSpPr>
        <p:spPr>
          <a:xfrm>
            <a:off x="4708700" y="2563277"/>
            <a:ext cx="1401300" cy="632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Bán vé</a:t>
            </a:r>
            <a:endParaRPr sz="1200"/>
          </a:p>
        </p:txBody>
      </p:sp>
      <p:cxnSp>
        <p:nvCxnSpPr>
          <p:cNvPr id="1381" name="Google Shape;1381;p45"/>
          <p:cNvCxnSpPr>
            <a:stCxn id="1380" idx="6"/>
          </p:cNvCxnSpPr>
          <p:nvPr/>
        </p:nvCxnSpPr>
        <p:spPr>
          <a:xfrm>
            <a:off x="6110000" y="2879627"/>
            <a:ext cx="979200" cy="84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6"/>
          <p:cNvSpPr/>
          <p:nvPr/>
        </p:nvSpPr>
        <p:spPr>
          <a:xfrm>
            <a:off x="2636975" y="216900"/>
            <a:ext cx="4452300" cy="457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46"/>
          <p:cNvSpPr txBox="1"/>
          <p:nvPr/>
        </p:nvSpPr>
        <p:spPr>
          <a:xfrm>
            <a:off x="2636975" y="216000"/>
            <a:ext cx="445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thống quản lý bãi đỗ xe</a:t>
            </a:r>
            <a:endParaRPr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46"/>
          <p:cNvSpPr/>
          <p:nvPr/>
        </p:nvSpPr>
        <p:spPr>
          <a:xfrm>
            <a:off x="3349350" y="2801788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Nhận xe</a:t>
            </a:r>
            <a:endParaRPr sz="1200"/>
          </a:p>
        </p:txBody>
      </p:sp>
      <p:sp>
        <p:nvSpPr>
          <p:cNvPr id="1389" name="Google Shape;1389;p46"/>
          <p:cNvSpPr/>
          <p:nvPr/>
        </p:nvSpPr>
        <p:spPr>
          <a:xfrm>
            <a:off x="5527750" y="1867588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Đăng ký vé tháng</a:t>
            </a:r>
            <a:endParaRPr sz="1200"/>
          </a:p>
        </p:txBody>
      </p:sp>
      <p:sp>
        <p:nvSpPr>
          <p:cNvPr id="1390" name="Google Shape;1390;p46"/>
          <p:cNvSpPr/>
          <p:nvPr/>
        </p:nvSpPr>
        <p:spPr>
          <a:xfrm>
            <a:off x="4800575" y="919950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Thanh toán</a:t>
            </a:r>
            <a:endParaRPr sz="1200"/>
          </a:p>
        </p:txBody>
      </p:sp>
      <p:sp>
        <p:nvSpPr>
          <p:cNvPr id="1391" name="Google Shape;1391;p46"/>
          <p:cNvSpPr/>
          <p:nvPr/>
        </p:nvSpPr>
        <p:spPr>
          <a:xfrm>
            <a:off x="3349350" y="4099650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Bàn giao ca làm việc</a:t>
            </a:r>
            <a:endParaRPr sz="1200"/>
          </a:p>
        </p:txBody>
      </p:sp>
      <p:sp>
        <p:nvSpPr>
          <p:cNvPr id="1392" name="Google Shape;1392;p46"/>
          <p:cNvSpPr/>
          <p:nvPr/>
        </p:nvSpPr>
        <p:spPr>
          <a:xfrm>
            <a:off x="3099950" y="1503950"/>
            <a:ext cx="12369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Tiếp nhận phản hồi</a:t>
            </a:r>
            <a:endParaRPr sz="1200"/>
          </a:p>
        </p:txBody>
      </p:sp>
      <p:grpSp>
        <p:nvGrpSpPr>
          <p:cNvPr id="1393" name="Google Shape;1393;p46"/>
          <p:cNvGrpSpPr/>
          <p:nvPr/>
        </p:nvGrpSpPr>
        <p:grpSpPr>
          <a:xfrm>
            <a:off x="7664150" y="2343075"/>
            <a:ext cx="311700" cy="531900"/>
            <a:chOff x="1032300" y="2125625"/>
            <a:chExt cx="311700" cy="531900"/>
          </a:xfrm>
        </p:grpSpPr>
        <p:sp>
          <p:nvSpPr>
            <p:cNvPr id="1394" name="Google Shape;1394;p46"/>
            <p:cNvSpPr/>
            <p:nvPr/>
          </p:nvSpPr>
          <p:spPr>
            <a:xfrm>
              <a:off x="1106850" y="2125625"/>
              <a:ext cx="162600" cy="162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5" name="Google Shape;1395;p46"/>
            <p:cNvCxnSpPr>
              <a:stCxn id="1394" idx="4"/>
            </p:cNvCxnSpPr>
            <p:nvPr/>
          </p:nvCxnSpPr>
          <p:spPr>
            <a:xfrm>
              <a:off x="1188150" y="2288225"/>
              <a:ext cx="0" cy="250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6" name="Google Shape;1396;p46"/>
            <p:cNvCxnSpPr/>
            <p:nvPr/>
          </p:nvCxnSpPr>
          <p:spPr>
            <a:xfrm>
              <a:off x="1032300" y="2376350"/>
              <a:ext cx="311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7" name="Google Shape;1397;p46"/>
            <p:cNvCxnSpPr/>
            <p:nvPr/>
          </p:nvCxnSpPr>
          <p:spPr>
            <a:xfrm flipH="1">
              <a:off x="1066050" y="2539025"/>
              <a:ext cx="122100" cy="11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8" name="Google Shape;1398;p46"/>
            <p:cNvCxnSpPr/>
            <p:nvPr/>
          </p:nvCxnSpPr>
          <p:spPr>
            <a:xfrm>
              <a:off x="1188150" y="2539025"/>
              <a:ext cx="118500" cy="118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9" name="Google Shape;1399;p46"/>
          <p:cNvGrpSpPr/>
          <p:nvPr/>
        </p:nvGrpSpPr>
        <p:grpSpPr>
          <a:xfrm>
            <a:off x="1203240" y="1082855"/>
            <a:ext cx="919200" cy="808800"/>
            <a:chOff x="714140" y="2125625"/>
            <a:chExt cx="919200" cy="808800"/>
          </a:xfrm>
        </p:grpSpPr>
        <p:grpSp>
          <p:nvGrpSpPr>
            <p:cNvPr id="1400" name="Google Shape;1400;p46"/>
            <p:cNvGrpSpPr/>
            <p:nvPr/>
          </p:nvGrpSpPr>
          <p:grpSpPr>
            <a:xfrm>
              <a:off x="1032300" y="2125625"/>
              <a:ext cx="311700" cy="531900"/>
              <a:chOff x="1032300" y="2125625"/>
              <a:chExt cx="311700" cy="531900"/>
            </a:xfrm>
          </p:grpSpPr>
          <p:sp>
            <p:nvSpPr>
              <p:cNvPr id="1401" name="Google Shape;1401;p46"/>
              <p:cNvSpPr/>
              <p:nvPr/>
            </p:nvSpPr>
            <p:spPr>
              <a:xfrm>
                <a:off x="1106850" y="2125625"/>
                <a:ext cx="162600" cy="162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2" name="Google Shape;1402;p46"/>
              <p:cNvCxnSpPr>
                <a:stCxn id="1401" idx="4"/>
              </p:cNvCxnSpPr>
              <p:nvPr/>
            </p:nvCxnSpPr>
            <p:spPr>
              <a:xfrm>
                <a:off x="1188150" y="2288225"/>
                <a:ext cx="0" cy="2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3" name="Google Shape;1403;p46"/>
              <p:cNvCxnSpPr/>
              <p:nvPr/>
            </p:nvCxnSpPr>
            <p:spPr>
              <a:xfrm>
                <a:off x="1032300" y="2376350"/>
                <a:ext cx="311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" name="Google Shape;1404;p46"/>
              <p:cNvCxnSpPr/>
              <p:nvPr/>
            </p:nvCxnSpPr>
            <p:spPr>
              <a:xfrm flipH="1">
                <a:off x="1066050" y="2539025"/>
                <a:ext cx="122100" cy="115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" name="Google Shape;1405;p46"/>
              <p:cNvCxnSpPr/>
              <p:nvPr/>
            </p:nvCxnSpPr>
            <p:spPr>
              <a:xfrm>
                <a:off x="1188150" y="2539025"/>
                <a:ext cx="118500" cy="118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06" name="Google Shape;1406;p46"/>
            <p:cNvSpPr txBox="1"/>
            <p:nvPr/>
          </p:nvSpPr>
          <p:spPr>
            <a:xfrm>
              <a:off x="714140" y="2605625"/>
              <a:ext cx="9192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595959"/>
                  </a:solidFill>
                </a:rPr>
                <a:t>Quản lý</a:t>
              </a:r>
              <a:endParaRPr sz="1200">
                <a:solidFill>
                  <a:srgbClr val="595959"/>
                </a:solidFill>
              </a:endParaRPr>
            </a:p>
          </p:txBody>
        </p:sp>
      </p:grpSp>
      <p:grpSp>
        <p:nvGrpSpPr>
          <p:cNvPr id="1407" name="Google Shape;1407;p46"/>
          <p:cNvGrpSpPr/>
          <p:nvPr/>
        </p:nvGrpSpPr>
        <p:grpSpPr>
          <a:xfrm>
            <a:off x="1341850" y="3486150"/>
            <a:ext cx="670800" cy="901200"/>
            <a:chOff x="852750" y="3619825"/>
            <a:chExt cx="670800" cy="901200"/>
          </a:xfrm>
        </p:grpSpPr>
        <p:grpSp>
          <p:nvGrpSpPr>
            <p:cNvPr id="1408" name="Google Shape;1408;p46"/>
            <p:cNvGrpSpPr/>
            <p:nvPr/>
          </p:nvGrpSpPr>
          <p:grpSpPr>
            <a:xfrm>
              <a:off x="1032300" y="3619825"/>
              <a:ext cx="311700" cy="531900"/>
              <a:chOff x="1032300" y="2125625"/>
              <a:chExt cx="311700" cy="531900"/>
            </a:xfrm>
          </p:grpSpPr>
          <p:sp>
            <p:nvSpPr>
              <p:cNvPr id="1409" name="Google Shape;1409;p46"/>
              <p:cNvSpPr/>
              <p:nvPr/>
            </p:nvSpPr>
            <p:spPr>
              <a:xfrm>
                <a:off x="1106850" y="2125625"/>
                <a:ext cx="162600" cy="162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0" name="Google Shape;1410;p46"/>
              <p:cNvCxnSpPr>
                <a:stCxn id="1409" idx="4"/>
              </p:cNvCxnSpPr>
              <p:nvPr/>
            </p:nvCxnSpPr>
            <p:spPr>
              <a:xfrm>
                <a:off x="1188150" y="2288225"/>
                <a:ext cx="0" cy="2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1" name="Google Shape;1411;p46"/>
              <p:cNvCxnSpPr/>
              <p:nvPr/>
            </p:nvCxnSpPr>
            <p:spPr>
              <a:xfrm>
                <a:off x="1032300" y="2376350"/>
                <a:ext cx="311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2" name="Google Shape;1412;p46"/>
              <p:cNvCxnSpPr/>
              <p:nvPr/>
            </p:nvCxnSpPr>
            <p:spPr>
              <a:xfrm flipH="1">
                <a:off x="1066050" y="2539025"/>
                <a:ext cx="122100" cy="115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3" name="Google Shape;1413;p46"/>
              <p:cNvCxnSpPr/>
              <p:nvPr/>
            </p:nvCxnSpPr>
            <p:spPr>
              <a:xfrm>
                <a:off x="1188150" y="2539025"/>
                <a:ext cx="118500" cy="118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14" name="Google Shape;1414;p46"/>
            <p:cNvSpPr txBox="1"/>
            <p:nvPr/>
          </p:nvSpPr>
          <p:spPr>
            <a:xfrm>
              <a:off x="852750" y="4151725"/>
              <a:ext cx="67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Bảo vệ</a:t>
              </a:r>
              <a:endParaRPr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415" name="Google Shape;1415;p46"/>
          <p:cNvCxnSpPr>
            <a:endCxn id="1389" idx="6"/>
          </p:cNvCxnSpPr>
          <p:nvPr/>
        </p:nvCxnSpPr>
        <p:spPr>
          <a:xfrm rot="10800000">
            <a:off x="6679750" y="2138638"/>
            <a:ext cx="957300" cy="510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6" name="Google Shape;1416;p46"/>
          <p:cNvSpPr txBox="1"/>
          <p:nvPr/>
        </p:nvSpPr>
        <p:spPr>
          <a:xfrm>
            <a:off x="7313150" y="2801800"/>
            <a:ext cx="101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Khách hàng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417" name="Google Shape;1417;p46"/>
          <p:cNvSpPr/>
          <p:nvPr/>
        </p:nvSpPr>
        <p:spPr>
          <a:xfrm>
            <a:off x="3152088" y="840688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chỗ gửi xe</a:t>
            </a:r>
            <a:endParaRPr sz="1200"/>
          </a:p>
        </p:txBody>
      </p:sp>
      <p:sp>
        <p:nvSpPr>
          <p:cNvPr id="1418" name="Google Shape;1418;p46"/>
          <p:cNvSpPr/>
          <p:nvPr/>
        </p:nvSpPr>
        <p:spPr>
          <a:xfrm>
            <a:off x="3290100" y="3453438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Trả xe</a:t>
            </a:r>
            <a:endParaRPr sz="1200"/>
          </a:p>
        </p:txBody>
      </p:sp>
      <p:cxnSp>
        <p:nvCxnSpPr>
          <p:cNvPr id="1419" name="Google Shape;1419;p46"/>
          <p:cNvCxnSpPr>
            <a:stCxn id="1389" idx="0"/>
            <a:endCxn id="1390" idx="5"/>
          </p:cNvCxnSpPr>
          <p:nvPr/>
        </p:nvCxnSpPr>
        <p:spPr>
          <a:xfrm rot="10800000">
            <a:off x="5783950" y="1382788"/>
            <a:ext cx="319800" cy="4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20" name="Google Shape;1420;p46"/>
          <p:cNvSpPr txBox="1"/>
          <p:nvPr/>
        </p:nvSpPr>
        <p:spPr>
          <a:xfrm>
            <a:off x="5890000" y="1424225"/>
            <a:ext cx="980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&lt;&lt;include&gt;&gt;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1" name="Google Shape;1421;p46"/>
          <p:cNvSpPr/>
          <p:nvPr/>
        </p:nvSpPr>
        <p:spPr>
          <a:xfrm>
            <a:off x="5299150" y="2629588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Trả vé lượt</a:t>
            </a:r>
            <a:endParaRPr sz="1200"/>
          </a:p>
        </p:txBody>
      </p:sp>
      <p:cxnSp>
        <p:nvCxnSpPr>
          <p:cNvPr id="1422" name="Google Shape;1422;p46"/>
          <p:cNvCxnSpPr>
            <a:endCxn id="1390" idx="4"/>
          </p:cNvCxnSpPr>
          <p:nvPr/>
        </p:nvCxnSpPr>
        <p:spPr>
          <a:xfrm rot="10800000">
            <a:off x="5376575" y="1462050"/>
            <a:ext cx="91200" cy="12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23" name="Google Shape;1423;p46"/>
          <p:cNvSpPr txBox="1"/>
          <p:nvPr/>
        </p:nvSpPr>
        <p:spPr>
          <a:xfrm>
            <a:off x="4518400" y="1652825"/>
            <a:ext cx="980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&lt;&lt;include&gt;&gt;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46"/>
          <p:cNvSpPr/>
          <p:nvPr/>
        </p:nvSpPr>
        <p:spPr>
          <a:xfrm>
            <a:off x="5299150" y="3391588"/>
            <a:ext cx="1152000" cy="54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Phản hồi góp ý</a:t>
            </a:r>
            <a:endParaRPr sz="1200"/>
          </a:p>
        </p:txBody>
      </p:sp>
      <p:cxnSp>
        <p:nvCxnSpPr>
          <p:cNvPr id="1425" name="Google Shape;1425;p46"/>
          <p:cNvCxnSpPr/>
          <p:nvPr/>
        </p:nvCxnSpPr>
        <p:spPr>
          <a:xfrm flipH="1" rot="10800000">
            <a:off x="6451150" y="2717938"/>
            <a:ext cx="1172400" cy="1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6" name="Google Shape;1426;p46"/>
          <p:cNvCxnSpPr>
            <a:stCxn id="1424" idx="7"/>
          </p:cNvCxnSpPr>
          <p:nvPr/>
        </p:nvCxnSpPr>
        <p:spPr>
          <a:xfrm flipH="1" rot="10800000">
            <a:off x="6282444" y="2745576"/>
            <a:ext cx="1382400" cy="725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46"/>
          <p:cNvCxnSpPr/>
          <p:nvPr/>
        </p:nvCxnSpPr>
        <p:spPr>
          <a:xfrm rot="10800000">
            <a:off x="1831650" y="3924600"/>
            <a:ext cx="15177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8" name="Google Shape;1428;p46"/>
          <p:cNvCxnSpPr/>
          <p:nvPr/>
        </p:nvCxnSpPr>
        <p:spPr>
          <a:xfrm flipH="1">
            <a:off x="1909441" y="3724494"/>
            <a:ext cx="13842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46"/>
          <p:cNvCxnSpPr/>
          <p:nvPr/>
        </p:nvCxnSpPr>
        <p:spPr>
          <a:xfrm flipH="1">
            <a:off x="1877250" y="3072850"/>
            <a:ext cx="1472100" cy="6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46"/>
          <p:cNvCxnSpPr>
            <a:stCxn id="1417" idx="2"/>
          </p:cNvCxnSpPr>
          <p:nvPr/>
        </p:nvCxnSpPr>
        <p:spPr>
          <a:xfrm flipH="1">
            <a:off x="1831788" y="1111738"/>
            <a:ext cx="1320300" cy="2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46"/>
          <p:cNvCxnSpPr>
            <a:stCxn id="1392" idx="2"/>
          </p:cNvCxnSpPr>
          <p:nvPr/>
        </p:nvCxnSpPr>
        <p:spPr>
          <a:xfrm rot="10800000">
            <a:off x="1824950" y="1469900"/>
            <a:ext cx="1275000" cy="3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47"/>
          <p:cNvSpPr/>
          <p:nvPr/>
        </p:nvSpPr>
        <p:spPr>
          <a:xfrm>
            <a:off x="2544450" y="269700"/>
            <a:ext cx="4026300" cy="46824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7"/>
          <p:cNvSpPr/>
          <p:nvPr/>
        </p:nvSpPr>
        <p:spPr>
          <a:xfrm>
            <a:off x="3695174" y="3818088"/>
            <a:ext cx="16461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Nhận trả hàng</a:t>
            </a:r>
            <a:endParaRPr sz="1200"/>
          </a:p>
        </p:txBody>
      </p:sp>
      <p:sp>
        <p:nvSpPr>
          <p:cNvPr id="1438" name="Google Shape;1438;p47"/>
          <p:cNvSpPr/>
          <p:nvPr/>
        </p:nvSpPr>
        <p:spPr>
          <a:xfrm>
            <a:off x="3695239" y="3251450"/>
            <a:ext cx="16461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</a:t>
            </a:r>
            <a:r>
              <a:rPr lang="en-GB" sz="1200"/>
              <a:t>án hàng</a:t>
            </a:r>
            <a:endParaRPr sz="1200"/>
          </a:p>
        </p:txBody>
      </p:sp>
      <p:sp>
        <p:nvSpPr>
          <p:cNvPr id="1439" name="Google Shape;1439;p47"/>
          <p:cNvSpPr/>
          <p:nvPr/>
        </p:nvSpPr>
        <p:spPr>
          <a:xfrm>
            <a:off x="4371925" y="2124925"/>
            <a:ext cx="1579200" cy="5007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Kiểm kê </a:t>
            </a:r>
            <a:r>
              <a:rPr lang="en-GB" sz="1200"/>
              <a:t>hàng hóa</a:t>
            </a:r>
            <a:endParaRPr sz="1200"/>
          </a:p>
        </p:txBody>
      </p:sp>
      <p:grpSp>
        <p:nvGrpSpPr>
          <p:cNvPr id="1440" name="Google Shape;1440;p47"/>
          <p:cNvGrpSpPr/>
          <p:nvPr/>
        </p:nvGrpSpPr>
        <p:grpSpPr>
          <a:xfrm>
            <a:off x="1401789" y="1134681"/>
            <a:ext cx="288136" cy="599207"/>
            <a:chOff x="1673789" y="1242985"/>
            <a:chExt cx="477600" cy="993215"/>
          </a:xfrm>
        </p:grpSpPr>
        <p:cxnSp>
          <p:nvCxnSpPr>
            <p:cNvPr id="1441" name="Google Shape;1441;p47"/>
            <p:cNvCxnSpPr/>
            <p:nvPr/>
          </p:nvCxnSpPr>
          <p:spPr>
            <a:xfrm>
              <a:off x="1909239" y="1500900"/>
              <a:ext cx="0" cy="373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2" name="Google Shape;1442;p47"/>
            <p:cNvSpPr/>
            <p:nvPr/>
          </p:nvSpPr>
          <p:spPr>
            <a:xfrm>
              <a:off x="1772150" y="1242985"/>
              <a:ext cx="274200" cy="2742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3" name="Google Shape;1443;p47"/>
            <p:cNvCxnSpPr/>
            <p:nvPr/>
          </p:nvCxnSpPr>
          <p:spPr>
            <a:xfrm flipH="1">
              <a:off x="1673789" y="1874400"/>
              <a:ext cx="238800" cy="361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4" name="Google Shape;1444;p47"/>
            <p:cNvCxnSpPr/>
            <p:nvPr/>
          </p:nvCxnSpPr>
          <p:spPr>
            <a:xfrm>
              <a:off x="1912589" y="1874400"/>
              <a:ext cx="238800" cy="361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5" name="Google Shape;1445;p47"/>
            <p:cNvCxnSpPr/>
            <p:nvPr/>
          </p:nvCxnSpPr>
          <p:spPr>
            <a:xfrm rot="10800000">
              <a:off x="1686200" y="1673025"/>
              <a:ext cx="446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46" name="Google Shape;1446;p47"/>
          <p:cNvSpPr txBox="1"/>
          <p:nvPr/>
        </p:nvSpPr>
        <p:spPr>
          <a:xfrm>
            <a:off x="1008331" y="1744078"/>
            <a:ext cx="10464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Chủ </a:t>
            </a:r>
            <a:r>
              <a:rPr lang="en-GB" sz="1200">
                <a:solidFill>
                  <a:srgbClr val="595959"/>
                </a:solidFill>
              </a:rPr>
              <a:t>siêu thị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447" name="Google Shape;1447;p47"/>
          <p:cNvSpPr/>
          <p:nvPr/>
        </p:nvSpPr>
        <p:spPr>
          <a:xfrm>
            <a:off x="4371925" y="2665000"/>
            <a:ext cx="15792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Tiếp nhận hàng</a:t>
            </a:r>
            <a:endParaRPr sz="1200"/>
          </a:p>
        </p:txBody>
      </p:sp>
      <p:sp>
        <p:nvSpPr>
          <p:cNvPr id="1448" name="Google Shape;1448;p47"/>
          <p:cNvSpPr/>
          <p:nvPr/>
        </p:nvSpPr>
        <p:spPr>
          <a:xfrm>
            <a:off x="2995950" y="734575"/>
            <a:ext cx="16461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Yêu cầu nhập hàng</a:t>
            </a:r>
            <a:endParaRPr sz="1200"/>
          </a:p>
        </p:txBody>
      </p:sp>
      <p:sp>
        <p:nvSpPr>
          <p:cNvPr id="1449" name="Google Shape;1449;p47"/>
          <p:cNvSpPr/>
          <p:nvPr/>
        </p:nvSpPr>
        <p:spPr>
          <a:xfrm>
            <a:off x="3695185" y="4366800"/>
            <a:ext cx="16461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Bàn giao ca làm việc</a:t>
            </a:r>
            <a:endParaRPr sz="1200"/>
          </a:p>
        </p:txBody>
      </p:sp>
      <p:sp>
        <p:nvSpPr>
          <p:cNvPr id="1450" name="Google Shape;1450;p47"/>
          <p:cNvSpPr/>
          <p:nvPr/>
        </p:nvSpPr>
        <p:spPr>
          <a:xfrm>
            <a:off x="4158100" y="1174050"/>
            <a:ext cx="16461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Theo dõi doanh số</a:t>
            </a:r>
            <a:endParaRPr sz="1200"/>
          </a:p>
        </p:txBody>
      </p:sp>
      <p:sp>
        <p:nvSpPr>
          <p:cNvPr id="1451" name="Google Shape;1451;p47"/>
          <p:cNvSpPr txBox="1"/>
          <p:nvPr/>
        </p:nvSpPr>
        <p:spPr>
          <a:xfrm>
            <a:off x="2544445" y="277750"/>
            <a:ext cx="40263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</a:rPr>
              <a:t>Hệ thống quản lý siêu thị</a:t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1452" name="Google Shape;1452;p47"/>
          <p:cNvSpPr txBox="1"/>
          <p:nvPr/>
        </p:nvSpPr>
        <p:spPr>
          <a:xfrm>
            <a:off x="6771950" y="2734675"/>
            <a:ext cx="1205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Nhân viên kho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453" name="Google Shape;1453;p47"/>
          <p:cNvSpPr/>
          <p:nvPr/>
        </p:nvSpPr>
        <p:spPr>
          <a:xfrm>
            <a:off x="3015100" y="1631250"/>
            <a:ext cx="1646100" cy="466200"/>
          </a:xfrm>
          <a:prstGeom prst="ellipse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nhân viên</a:t>
            </a:r>
            <a:endParaRPr sz="1200"/>
          </a:p>
        </p:txBody>
      </p:sp>
      <p:sp>
        <p:nvSpPr>
          <p:cNvPr id="1454" name="Google Shape;1454;p47"/>
          <p:cNvSpPr txBox="1"/>
          <p:nvPr/>
        </p:nvSpPr>
        <p:spPr>
          <a:xfrm>
            <a:off x="6931247" y="4411078"/>
            <a:ext cx="10464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95959"/>
                </a:solidFill>
              </a:rPr>
              <a:t>Thu ngân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1455" name="Google Shape;1455;p47"/>
          <p:cNvCxnSpPr>
            <a:stCxn id="1448" idx="2"/>
          </p:cNvCxnSpPr>
          <p:nvPr/>
        </p:nvCxnSpPr>
        <p:spPr>
          <a:xfrm flipH="1">
            <a:off x="1786350" y="967675"/>
            <a:ext cx="1209600" cy="4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47"/>
          <p:cNvCxnSpPr>
            <a:stCxn id="1453" idx="2"/>
          </p:cNvCxnSpPr>
          <p:nvPr/>
        </p:nvCxnSpPr>
        <p:spPr>
          <a:xfrm rot="10800000">
            <a:off x="1807000" y="1546050"/>
            <a:ext cx="1208100" cy="3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47"/>
          <p:cNvCxnSpPr>
            <a:stCxn id="1450" idx="2"/>
          </p:cNvCxnSpPr>
          <p:nvPr/>
        </p:nvCxnSpPr>
        <p:spPr>
          <a:xfrm flipH="1">
            <a:off x="1862200" y="1407150"/>
            <a:ext cx="2295900" cy="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47"/>
          <p:cNvCxnSpPr>
            <a:stCxn id="1439" idx="6"/>
          </p:cNvCxnSpPr>
          <p:nvPr/>
        </p:nvCxnSpPr>
        <p:spPr>
          <a:xfrm>
            <a:off x="5951125" y="2375275"/>
            <a:ext cx="12063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47"/>
          <p:cNvCxnSpPr>
            <a:stCxn id="1447" idx="6"/>
          </p:cNvCxnSpPr>
          <p:nvPr/>
        </p:nvCxnSpPr>
        <p:spPr>
          <a:xfrm flipH="1" rot="10800000">
            <a:off x="5951125" y="2497600"/>
            <a:ext cx="1213200" cy="4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47"/>
          <p:cNvCxnSpPr>
            <a:stCxn id="1438" idx="6"/>
          </p:cNvCxnSpPr>
          <p:nvPr/>
        </p:nvCxnSpPr>
        <p:spPr>
          <a:xfrm>
            <a:off x="5341339" y="3484550"/>
            <a:ext cx="1919400" cy="6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1" name="Google Shape;1461;p47"/>
          <p:cNvCxnSpPr>
            <a:stCxn id="1449" idx="6"/>
          </p:cNvCxnSpPr>
          <p:nvPr/>
        </p:nvCxnSpPr>
        <p:spPr>
          <a:xfrm flipH="1" rot="10800000">
            <a:off x="5341285" y="4179600"/>
            <a:ext cx="1892100" cy="4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47"/>
          <p:cNvCxnSpPr>
            <a:stCxn id="1437" idx="6"/>
          </p:cNvCxnSpPr>
          <p:nvPr/>
        </p:nvCxnSpPr>
        <p:spPr>
          <a:xfrm>
            <a:off x="5341274" y="4051188"/>
            <a:ext cx="1788600" cy="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3" name="Google Shape;1463;p47"/>
          <p:cNvGrpSpPr/>
          <p:nvPr/>
        </p:nvGrpSpPr>
        <p:grpSpPr>
          <a:xfrm>
            <a:off x="7227289" y="2100306"/>
            <a:ext cx="288136" cy="599207"/>
            <a:chOff x="1673789" y="1242985"/>
            <a:chExt cx="477600" cy="993215"/>
          </a:xfrm>
        </p:grpSpPr>
        <p:cxnSp>
          <p:nvCxnSpPr>
            <p:cNvPr id="1464" name="Google Shape;1464;p47"/>
            <p:cNvCxnSpPr/>
            <p:nvPr/>
          </p:nvCxnSpPr>
          <p:spPr>
            <a:xfrm>
              <a:off x="1909239" y="1500900"/>
              <a:ext cx="0" cy="373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5" name="Google Shape;1465;p47"/>
            <p:cNvSpPr/>
            <p:nvPr/>
          </p:nvSpPr>
          <p:spPr>
            <a:xfrm>
              <a:off x="1772150" y="1242985"/>
              <a:ext cx="274200" cy="2742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6" name="Google Shape;1466;p47"/>
            <p:cNvCxnSpPr/>
            <p:nvPr/>
          </p:nvCxnSpPr>
          <p:spPr>
            <a:xfrm flipH="1">
              <a:off x="1673789" y="1874400"/>
              <a:ext cx="238800" cy="361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7" name="Google Shape;1467;p47"/>
            <p:cNvCxnSpPr/>
            <p:nvPr/>
          </p:nvCxnSpPr>
          <p:spPr>
            <a:xfrm>
              <a:off x="1912589" y="1874400"/>
              <a:ext cx="238800" cy="361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47"/>
            <p:cNvCxnSpPr/>
            <p:nvPr/>
          </p:nvCxnSpPr>
          <p:spPr>
            <a:xfrm rot="10800000">
              <a:off x="1686200" y="1673025"/>
              <a:ext cx="446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9" name="Google Shape;1469;p47"/>
          <p:cNvGrpSpPr/>
          <p:nvPr/>
        </p:nvGrpSpPr>
        <p:grpSpPr>
          <a:xfrm>
            <a:off x="7305164" y="3798544"/>
            <a:ext cx="288136" cy="599207"/>
            <a:chOff x="1673789" y="1242985"/>
            <a:chExt cx="477600" cy="993215"/>
          </a:xfrm>
        </p:grpSpPr>
        <p:cxnSp>
          <p:nvCxnSpPr>
            <p:cNvPr id="1470" name="Google Shape;1470;p47"/>
            <p:cNvCxnSpPr/>
            <p:nvPr/>
          </p:nvCxnSpPr>
          <p:spPr>
            <a:xfrm>
              <a:off x="1909239" y="1500900"/>
              <a:ext cx="0" cy="373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1" name="Google Shape;1471;p47"/>
            <p:cNvSpPr/>
            <p:nvPr/>
          </p:nvSpPr>
          <p:spPr>
            <a:xfrm>
              <a:off x="1772150" y="1242985"/>
              <a:ext cx="274200" cy="274200"/>
            </a:xfrm>
            <a:prstGeom prst="ellipse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2" name="Google Shape;1472;p47"/>
            <p:cNvCxnSpPr/>
            <p:nvPr/>
          </p:nvCxnSpPr>
          <p:spPr>
            <a:xfrm flipH="1">
              <a:off x="1673789" y="1874400"/>
              <a:ext cx="238800" cy="361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47"/>
            <p:cNvCxnSpPr/>
            <p:nvPr/>
          </p:nvCxnSpPr>
          <p:spPr>
            <a:xfrm>
              <a:off x="1912589" y="1874400"/>
              <a:ext cx="238800" cy="361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4" name="Google Shape;1474;p47"/>
            <p:cNvCxnSpPr/>
            <p:nvPr/>
          </p:nvCxnSpPr>
          <p:spPr>
            <a:xfrm rot="10800000">
              <a:off x="1686200" y="1673025"/>
              <a:ext cx="446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48"/>
          <p:cNvSpPr/>
          <p:nvPr/>
        </p:nvSpPr>
        <p:spPr>
          <a:xfrm>
            <a:off x="2259975" y="83125"/>
            <a:ext cx="4005000" cy="480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48"/>
          <p:cNvSpPr/>
          <p:nvPr/>
        </p:nvSpPr>
        <p:spPr>
          <a:xfrm>
            <a:off x="4545701" y="1205903"/>
            <a:ext cx="1461900" cy="55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nhân viên</a:t>
            </a:r>
            <a:endParaRPr sz="1200"/>
          </a:p>
        </p:txBody>
      </p:sp>
      <p:sp>
        <p:nvSpPr>
          <p:cNvPr id="1481" name="Google Shape;1481;p48"/>
          <p:cNvSpPr/>
          <p:nvPr/>
        </p:nvSpPr>
        <p:spPr>
          <a:xfrm>
            <a:off x="4690225" y="2397301"/>
            <a:ext cx="1371000" cy="590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Đặt mua</a:t>
            </a:r>
            <a:endParaRPr sz="1200"/>
          </a:p>
        </p:txBody>
      </p:sp>
      <p:sp>
        <p:nvSpPr>
          <p:cNvPr id="1482" name="Google Shape;1482;p48"/>
          <p:cNvSpPr/>
          <p:nvPr/>
        </p:nvSpPr>
        <p:spPr>
          <a:xfrm>
            <a:off x="2515625" y="552650"/>
            <a:ext cx="1444200" cy="55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kinh doanh</a:t>
            </a:r>
            <a:endParaRPr sz="1200"/>
          </a:p>
        </p:txBody>
      </p:sp>
      <p:sp>
        <p:nvSpPr>
          <p:cNvPr id="1483" name="Google Shape;1483;p48"/>
          <p:cNvSpPr/>
          <p:nvPr/>
        </p:nvSpPr>
        <p:spPr>
          <a:xfrm>
            <a:off x="2862649" y="3101499"/>
            <a:ext cx="1444200" cy="55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Bán hàng tại quầy</a:t>
            </a:r>
            <a:endParaRPr sz="1200"/>
          </a:p>
        </p:txBody>
      </p:sp>
      <p:grpSp>
        <p:nvGrpSpPr>
          <p:cNvPr id="1484" name="Google Shape;1484;p48"/>
          <p:cNvGrpSpPr/>
          <p:nvPr/>
        </p:nvGrpSpPr>
        <p:grpSpPr>
          <a:xfrm>
            <a:off x="1464275" y="1269216"/>
            <a:ext cx="226461" cy="476645"/>
            <a:chOff x="1566100" y="1576125"/>
            <a:chExt cx="318600" cy="826075"/>
          </a:xfrm>
        </p:grpSpPr>
        <p:sp>
          <p:nvSpPr>
            <p:cNvPr id="1485" name="Google Shape;1485;p48"/>
            <p:cNvSpPr/>
            <p:nvPr/>
          </p:nvSpPr>
          <p:spPr>
            <a:xfrm>
              <a:off x="1566100" y="1576125"/>
              <a:ext cx="258600" cy="258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6" name="Google Shape;1486;p48"/>
            <p:cNvCxnSpPr>
              <a:stCxn id="1485" idx="4"/>
            </p:cNvCxnSpPr>
            <p:nvPr/>
          </p:nvCxnSpPr>
          <p:spPr>
            <a:xfrm>
              <a:off x="1695400" y="1834725"/>
              <a:ext cx="9900" cy="567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7" name="Google Shape;1487;p48"/>
            <p:cNvCxnSpPr/>
            <p:nvPr/>
          </p:nvCxnSpPr>
          <p:spPr>
            <a:xfrm>
              <a:off x="1566100" y="2013975"/>
              <a:ext cx="318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8" name="Google Shape;1488;p48"/>
            <p:cNvCxnSpPr/>
            <p:nvPr/>
          </p:nvCxnSpPr>
          <p:spPr>
            <a:xfrm flipH="1">
              <a:off x="1576125" y="2133400"/>
              <a:ext cx="129300" cy="268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89" name="Google Shape;1489;p48"/>
          <p:cNvGrpSpPr/>
          <p:nvPr/>
        </p:nvGrpSpPr>
        <p:grpSpPr>
          <a:xfrm>
            <a:off x="1540500" y="3334202"/>
            <a:ext cx="226461" cy="476645"/>
            <a:chOff x="1566100" y="1576125"/>
            <a:chExt cx="318600" cy="826075"/>
          </a:xfrm>
        </p:grpSpPr>
        <p:sp>
          <p:nvSpPr>
            <p:cNvPr id="1490" name="Google Shape;1490;p48"/>
            <p:cNvSpPr/>
            <p:nvPr/>
          </p:nvSpPr>
          <p:spPr>
            <a:xfrm>
              <a:off x="1566100" y="1576125"/>
              <a:ext cx="258600" cy="258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1" name="Google Shape;1491;p48"/>
            <p:cNvCxnSpPr>
              <a:stCxn id="1490" idx="4"/>
            </p:cNvCxnSpPr>
            <p:nvPr/>
          </p:nvCxnSpPr>
          <p:spPr>
            <a:xfrm>
              <a:off x="1695400" y="1834725"/>
              <a:ext cx="9900" cy="567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48"/>
            <p:cNvCxnSpPr/>
            <p:nvPr/>
          </p:nvCxnSpPr>
          <p:spPr>
            <a:xfrm>
              <a:off x="1566100" y="2013975"/>
              <a:ext cx="318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3" name="Google Shape;1493;p48"/>
            <p:cNvCxnSpPr/>
            <p:nvPr/>
          </p:nvCxnSpPr>
          <p:spPr>
            <a:xfrm flipH="1">
              <a:off x="1576125" y="2133400"/>
              <a:ext cx="129300" cy="268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4" name="Google Shape;1494;p48"/>
          <p:cNvSpPr txBox="1"/>
          <p:nvPr/>
        </p:nvSpPr>
        <p:spPr>
          <a:xfrm>
            <a:off x="1185150" y="1727150"/>
            <a:ext cx="763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</a:t>
            </a:r>
            <a:endParaRPr sz="1200"/>
          </a:p>
        </p:txBody>
      </p:sp>
      <p:sp>
        <p:nvSpPr>
          <p:cNvPr id="1495" name="Google Shape;1495;p48"/>
          <p:cNvSpPr txBox="1"/>
          <p:nvPr/>
        </p:nvSpPr>
        <p:spPr>
          <a:xfrm>
            <a:off x="1165148" y="3860450"/>
            <a:ext cx="913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Nhân viên </a:t>
            </a:r>
            <a:endParaRPr sz="1200"/>
          </a:p>
        </p:txBody>
      </p:sp>
      <p:grpSp>
        <p:nvGrpSpPr>
          <p:cNvPr id="1496" name="Google Shape;1496;p48"/>
          <p:cNvGrpSpPr/>
          <p:nvPr/>
        </p:nvGrpSpPr>
        <p:grpSpPr>
          <a:xfrm>
            <a:off x="6743642" y="2362319"/>
            <a:ext cx="226461" cy="476645"/>
            <a:chOff x="1566100" y="1576125"/>
            <a:chExt cx="318600" cy="826075"/>
          </a:xfrm>
        </p:grpSpPr>
        <p:sp>
          <p:nvSpPr>
            <p:cNvPr id="1497" name="Google Shape;1497;p48"/>
            <p:cNvSpPr/>
            <p:nvPr/>
          </p:nvSpPr>
          <p:spPr>
            <a:xfrm>
              <a:off x="1566100" y="1576125"/>
              <a:ext cx="258600" cy="258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8" name="Google Shape;1498;p48"/>
            <p:cNvCxnSpPr>
              <a:stCxn id="1497" idx="4"/>
            </p:cNvCxnSpPr>
            <p:nvPr/>
          </p:nvCxnSpPr>
          <p:spPr>
            <a:xfrm>
              <a:off x="1695400" y="1834725"/>
              <a:ext cx="9900" cy="567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9" name="Google Shape;1499;p48"/>
            <p:cNvCxnSpPr/>
            <p:nvPr/>
          </p:nvCxnSpPr>
          <p:spPr>
            <a:xfrm>
              <a:off x="1566100" y="2013975"/>
              <a:ext cx="318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0" name="Google Shape;1500;p48"/>
            <p:cNvCxnSpPr/>
            <p:nvPr/>
          </p:nvCxnSpPr>
          <p:spPr>
            <a:xfrm flipH="1">
              <a:off x="1576125" y="2133400"/>
              <a:ext cx="129300" cy="268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01" name="Google Shape;1501;p48"/>
          <p:cNvSpPr txBox="1"/>
          <p:nvPr/>
        </p:nvSpPr>
        <p:spPr>
          <a:xfrm>
            <a:off x="6312912" y="2820250"/>
            <a:ext cx="1075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Khách hàng</a:t>
            </a:r>
            <a:endParaRPr sz="1200"/>
          </a:p>
        </p:txBody>
      </p:sp>
      <p:cxnSp>
        <p:nvCxnSpPr>
          <p:cNvPr id="1502" name="Google Shape;1502;p48"/>
          <p:cNvCxnSpPr/>
          <p:nvPr/>
        </p:nvCxnSpPr>
        <p:spPr>
          <a:xfrm flipH="1" rot="10800000">
            <a:off x="1716456" y="1484003"/>
            <a:ext cx="2832900" cy="6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48"/>
          <p:cNvCxnSpPr>
            <a:endCxn id="1483" idx="2"/>
          </p:cNvCxnSpPr>
          <p:nvPr/>
        </p:nvCxnSpPr>
        <p:spPr>
          <a:xfrm flipH="1" rot="10800000">
            <a:off x="1798249" y="3379599"/>
            <a:ext cx="1064400" cy="22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48"/>
          <p:cNvCxnSpPr>
            <a:stCxn id="1494" idx="2"/>
          </p:cNvCxnSpPr>
          <p:nvPr/>
        </p:nvCxnSpPr>
        <p:spPr>
          <a:xfrm>
            <a:off x="1566900" y="202295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48"/>
          <p:cNvCxnSpPr>
            <a:endCxn id="1482" idx="3"/>
          </p:cNvCxnSpPr>
          <p:nvPr/>
        </p:nvCxnSpPr>
        <p:spPr>
          <a:xfrm flipH="1" rot="10800000">
            <a:off x="1730823" y="1027396"/>
            <a:ext cx="996300" cy="39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6" name="Google Shape;1506;p48"/>
          <p:cNvSpPr txBox="1"/>
          <p:nvPr/>
        </p:nvSpPr>
        <p:spPr>
          <a:xfrm>
            <a:off x="1839725" y="83125"/>
            <a:ext cx="45984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Hệ thống quản lý quán trà sữa </a:t>
            </a:r>
            <a:endParaRPr b="1"/>
          </a:p>
        </p:txBody>
      </p:sp>
      <p:sp>
        <p:nvSpPr>
          <p:cNvPr id="1507" name="Google Shape;1507;p48"/>
          <p:cNvSpPr/>
          <p:nvPr/>
        </p:nvSpPr>
        <p:spPr>
          <a:xfrm>
            <a:off x="2446150" y="3751400"/>
            <a:ext cx="1407300" cy="590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Xử lý đơn trực tuyến</a:t>
            </a:r>
            <a:endParaRPr sz="1200"/>
          </a:p>
        </p:txBody>
      </p:sp>
      <p:sp>
        <p:nvSpPr>
          <p:cNvPr id="1508" name="Google Shape;1508;p48"/>
          <p:cNvSpPr/>
          <p:nvPr/>
        </p:nvSpPr>
        <p:spPr>
          <a:xfrm>
            <a:off x="2863002" y="1605025"/>
            <a:ext cx="1340700" cy="55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</a:t>
            </a:r>
            <a:r>
              <a:rPr lang="en-GB" sz="1200"/>
              <a:t>thực đơn</a:t>
            </a:r>
            <a:endParaRPr sz="1200"/>
          </a:p>
        </p:txBody>
      </p:sp>
      <p:cxnSp>
        <p:nvCxnSpPr>
          <p:cNvPr id="1509" name="Google Shape;1509;p48"/>
          <p:cNvCxnSpPr>
            <a:endCxn id="1508" idx="2"/>
          </p:cNvCxnSpPr>
          <p:nvPr/>
        </p:nvCxnSpPr>
        <p:spPr>
          <a:xfrm>
            <a:off x="1716402" y="1587325"/>
            <a:ext cx="1146600" cy="29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48"/>
          <p:cNvSpPr/>
          <p:nvPr/>
        </p:nvSpPr>
        <p:spPr>
          <a:xfrm>
            <a:off x="4362325" y="583825"/>
            <a:ext cx="1444200" cy="55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Đặt mua nguyên liệu</a:t>
            </a:r>
            <a:endParaRPr sz="1200"/>
          </a:p>
        </p:txBody>
      </p:sp>
      <p:cxnSp>
        <p:nvCxnSpPr>
          <p:cNvPr id="1511" name="Google Shape;1511;p48"/>
          <p:cNvCxnSpPr/>
          <p:nvPr/>
        </p:nvCxnSpPr>
        <p:spPr>
          <a:xfrm flipH="1" rot="10800000">
            <a:off x="1717154" y="1058570"/>
            <a:ext cx="2847300" cy="411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48"/>
          <p:cNvSpPr/>
          <p:nvPr/>
        </p:nvSpPr>
        <p:spPr>
          <a:xfrm>
            <a:off x="2833375" y="2268925"/>
            <a:ext cx="1371000" cy="590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Quản lý khuyến mãi</a:t>
            </a:r>
            <a:endParaRPr sz="1200"/>
          </a:p>
        </p:txBody>
      </p:sp>
      <p:cxnSp>
        <p:nvCxnSpPr>
          <p:cNvPr id="1513" name="Google Shape;1513;p48"/>
          <p:cNvCxnSpPr>
            <a:endCxn id="1512" idx="2"/>
          </p:cNvCxnSpPr>
          <p:nvPr/>
        </p:nvCxnSpPr>
        <p:spPr>
          <a:xfrm>
            <a:off x="1708375" y="1704325"/>
            <a:ext cx="1125000" cy="859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48"/>
          <p:cNvSpPr/>
          <p:nvPr/>
        </p:nvSpPr>
        <p:spPr>
          <a:xfrm>
            <a:off x="4617066" y="4108275"/>
            <a:ext cx="1371000" cy="508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Gọi giao hàng</a:t>
            </a:r>
            <a:endParaRPr sz="1200"/>
          </a:p>
        </p:txBody>
      </p:sp>
      <p:cxnSp>
        <p:nvCxnSpPr>
          <p:cNvPr id="1515" name="Google Shape;1515;p48"/>
          <p:cNvCxnSpPr>
            <a:stCxn id="1516" idx="1"/>
          </p:cNvCxnSpPr>
          <p:nvPr/>
        </p:nvCxnSpPr>
        <p:spPr>
          <a:xfrm rot="10800000">
            <a:off x="5806525" y="861925"/>
            <a:ext cx="787800" cy="4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6" name="Google Shape;1516;p48"/>
          <p:cNvSpPr/>
          <p:nvPr/>
        </p:nvSpPr>
        <p:spPr>
          <a:xfrm>
            <a:off x="6594325" y="528625"/>
            <a:ext cx="1444200" cy="7584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 tác nhân 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Hệ thống của đối tác cung cấp nguyên liệu</a:t>
            </a:r>
            <a:endParaRPr sz="1200"/>
          </a:p>
        </p:txBody>
      </p:sp>
      <p:cxnSp>
        <p:nvCxnSpPr>
          <p:cNvPr id="1517" name="Google Shape;1517;p48"/>
          <p:cNvCxnSpPr>
            <a:stCxn id="1481" idx="6"/>
          </p:cNvCxnSpPr>
          <p:nvPr/>
        </p:nvCxnSpPr>
        <p:spPr>
          <a:xfrm flipH="1" rot="10800000">
            <a:off x="6061225" y="2683501"/>
            <a:ext cx="6585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48"/>
          <p:cNvCxnSpPr>
            <a:stCxn id="1507" idx="6"/>
            <a:endCxn id="1514" idx="2"/>
          </p:cNvCxnSpPr>
          <p:nvPr/>
        </p:nvCxnSpPr>
        <p:spPr>
          <a:xfrm>
            <a:off x="3853450" y="4046600"/>
            <a:ext cx="763500" cy="3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519" name="Google Shape;1519;p48"/>
          <p:cNvSpPr/>
          <p:nvPr/>
        </p:nvSpPr>
        <p:spPr>
          <a:xfrm>
            <a:off x="6594325" y="4089341"/>
            <a:ext cx="1340700" cy="556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&lt;&lt; tác nhân &gt;&gt;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Hệ thống của đối tác </a:t>
            </a:r>
            <a:r>
              <a:rPr lang="en-GB" sz="1200"/>
              <a:t>giao hàng</a:t>
            </a:r>
            <a:endParaRPr sz="1200"/>
          </a:p>
        </p:txBody>
      </p:sp>
      <p:cxnSp>
        <p:nvCxnSpPr>
          <p:cNvPr id="1520" name="Google Shape;1520;p48"/>
          <p:cNvCxnSpPr>
            <a:stCxn id="1507" idx="1"/>
          </p:cNvCxnSpPr>
          <p:nvPr/>
        </p:nvCxnSpPr>
        <p:spPr>
          <a:xfrm rot="10800000">
            <a:off x="1786744" y="3683362"/>
            <a:ext cx="865500" cy="15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48"/>
          <p:cNvSpPr txBox="1"/>
          <p:nvPr/>
        </p:nvSpPr>
        <p:spPr>
          <a:xfrm>
            <a:off x="3900575" y="3848300"/>
            <a:ext cx="1129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&lt;&lt;include&gt;&gt;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522" name="Google Shape;1522;p48"/>
          <p:cNvCxnSpPr>
            <a:stCxn id="1514" idx="6"/>
            <a:endCxn id="1519" idx="1"/>
          </p:cNvCxnSpPr>
          <p:nvPr/>
        </p:nvCxnSpPr>
        <p:spPr>
          <a:xfrm>
            <a:off x="5988066" y="4362525"/>
            <a:ext cx="6063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 hình lĩnh vực hướng đối tượng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